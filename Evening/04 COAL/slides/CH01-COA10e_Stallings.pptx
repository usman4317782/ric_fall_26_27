
<file path=[Content_Types].xml><?xml version="1.0" encoding="utf-8"?>
<Types xmlns="http://schemas.openxmlformats.org/package/2006/content-types">
  <Default Extension="png" ContentType="image/png"/>
  <Default Extension="jpeg" ContentType="image/jpeg"/>
  <Default Extension="wmf" ContentType="image/x-wmf"/>
  <Default Extension="emf" ContentType="image/x-emf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44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52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83" r:id="rId1"/>
  </p:sldMasterIdLst>
  <p:notesMasterIdLst>
    <p:notesMasterId r:id="rId59"/>
  </p:notesMasterIdLst>
  <p:handoutMasterIdLst>
    <p:handoutMasterId r:id="rId60"/>
  </p:handoutMasterIdLst>
  <p:sldIdLst>
    <p:sldId id="256" r:id="rId2"/>
    <p:sldId id="275" r:id="rId3"/>
    <p:sldId id="257" r:id="rId4"/>
    <p:sldId id="276" r:id="rId5"/>
    <p:sldId id="259" r:id="rId6"/>
    <p:sldId id="261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6" r:id="rId15"/>
    <p:sldId id="287" r:id="rId16"/>
    <p:sldId id="288" r:id="rId17"/>
    <p:sldId id="290" r:id="rId18"/>
    <p:sldId id="291" r:id="rId19"/>
    <p:sldId id="293" r:id="rId20"/>
    <p:sldId id="294" r:id="rId21"/>
    <p:sldId id="295" r:id="rId22"/>
    <p:sldId id="298" r:id="rId23"/>
    <p:sldId id="299" r:id="rId24"/>
    <p:sldId id="300" r:id="rId25"/>
    <p:sldId id="302" r:id="rId26"/>
    <p:sldId id="303" r:id="rId27"/>
    <p:sldId id="304" r:id="rId28"/>
    <p:sldId id="305" r:id="rId29"/>
    <p:sldId id="306" r:id="rId30"/>
    <p:sldId id="307" r:id="rId31"/>
    <p:sldId id="321" r:id="rId32"/>
    <p:sldId id="309" r:id="rId33"/>
    <p:sldId id="322" r:id="rId34"/>
    <p:sldId id="311" r:id="rId35"/>
    <p:sldId id="312" r:id="rId36"/>
    <p:sldId id="313" r:id="rId37"/>
    <p:sldId id="314" r:id="rId38"/>
    <p:sldId id="315" r:id="rId39"/>
    <p:sldId id="323" r:id="rId40"/>
    <p:sldId id="324" r:id="rId41"/>
    <p:sldId id="325" r:id="rId42"/>
    <p:sldId id="326" r:id="rId43"/>
    <p:sldId id="327" r:id="rId44"/>
    <p:sldId id="331" r:id="rId45"/>
    <p:sldId id="328" r:id="rId46"/>
    <p:sldId id="329" r:id="rId47"/>
    <p:sldId id="330" r:id="rId48"/>
    <p:sldId id="332" r:id="rId49"/>
    <p:sldId id="333" r:id="rId50"/>
    <p:sldId id="334" r:id="rId51"/>
    <p:sldId id="335" r:id="rId52"/>
    <p:sldId id="336" r:id="rId53"/>
    <p:sldId id="337" r:id="rId54"/>
    <p:sldId id="338" r:id="rId55"/>
    <p:sldId id="339" r:id="rId56"/>
    <p:sldId id="340" r:id="rId57"/>
    <p:sldId id="270" r:id="rId58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-109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-109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-109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-109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-109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-109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-109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-109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-10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CC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2" autoAdjust="0"/>
    <p:restoredTop sz="86946" autoAdjust="0"/>
  </p:normalViewPr>
  <p:slideViewPr>
    <p:cSldViewPr>
      <p:cViewPr>
        <p:scale>
          <a:sx n="100" d="100"/>
          <a:sy n="100" d="100"/>
        </p:scale>
        <p:origin x="946" y="-69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</p:sldLst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/Relationships>
</file>

<file path=ppt/_rels/viewProps.xml.rels><?xml version="1.0" encoding="UTF-8" standalone="yes"?>
<Relationships xmlns="http://schemas.openxmlformats.org/package/2006/relationships"><Relationship Id="rId8" Type="http://schemas.openxmlformats.org/officeDocument/2006/relationships/slide" Target="slides/slide23.xml"/><Relationship Id="rId13" Type="http://schemas.openxmlformats.org/officeDocument/2006/relationships/slide" Target="slides/slide36.xml"/><Relationship Id="rId3" Type="http://schemas.openxmlformats.org/officeDocument/2006/relationships/slide" Target="slides/slide4.xml"/><Relationship Id="rId7" Type="http://schemas.openxmlformats.org/officeDocument/2006/relationships/slide" Target="slides/slide22.xml"/><Relationship Id="rId12" Type="http://schemas.openxmlformats.org/officeDocument/2006/relationships/slide" Target="slides/slide31.xml"/><Relationship Id="rId2" Type="http://schemas.openxmlformats.org/officeDocument/2006/relationships/slide" Target="slides/slide3.xml"/><Relationship Id="rId1" Type="http://schemas.openxmlformats.org/officeDocument/2006/relationships/slide" Target="slides/slide1.xml"/><Relationship Id="rId6" Type="http://schemas.openxmlformats.org/officeDocument/2006/relationships/slide" Target="slides/slide18.xml"/><Relationship Id="rId11" Type="http://schemas.openxmlformats.org/officeDocument/2006/relationships/slide" Target="slides/slide27.xml"/><Relationship Id="rId5" Type="http://schemas.openxmlformats.org/officeDocument/2006/relationships/slide" Target="slides/slide16.xml"/><Relationship Id="rId15" Type="http://schemas.openxmlformats.org/officeDocument/2006/relationships/slide" Target="slides/slide57.xml"/><Relationship Id="rId10" Type="http://schemas.openxmlformats.org/officeDocument/2006/relationships/slide" Target="slides/slide26.xml"/><Relationship Id="rId4" Type="http://schemas.openxmlformats.org/officeDocument/2006/relationships/slide" Target="slides/slide5.xml"/><Relationship Id="rId9" Type="http://schemas.openxmlformats.org/officeDocument/2006/relationships/slide" Target="slides/slide24.xml"/><Relationship Id="rId14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18CF26C-3B9E-EC4D-B017-A6EDD2D78F18}" type="doc">
      <dgm:prSet loTypeId="urn:microsoft.com/office/officeart/2005/8/layout/cycle4#1" loCatId="relationship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0CAEE6A-D8FA-1A4E-8E6A-4450A6DD048D}">
      <dgm:prSet/>
      <dgm:spPr/>
      <dgm:t>
        <a:bodyPr/>
        <a:lstStyle/>
        <a:p>
          <a:pPr rtl="0"/>
          <a:r>
            <a:rPr lang="en-US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Computer Architecture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688287C0-0BBB-B04A-B8B2-AB36598391AC}" type="parTrans" cxnId="{D3324486-6DB6-E64B-B1A8-C30BAEA50D60}">
      <dgm:prSet/>
      <dgm:spPr/>
      <dgm:t>
        <a:bodyPr/>
        <a:lstStyle/>
        <a:p>
          <a:endParaRPr lang="en-US"/>
        </a:p>
      </dgm:t>
    </dgm:pt>
    <dgm:pt modelId="{06346C9A-108C-B141-813D-843AF3CECB9B}" type="sibTrans" cxnId="{D3324486-6DB6-E64B-B1A8-C30BAEA50D60}">
      <dgm:prSet/>
      <dgm:spPr/>
      <dgm:t>
        <a:bodyPr/>
        <a:lstStyle/>
        <a:p>
          <a:endParaRPr lang="en-US"/>
        </a:p>
      </dgm:t>
    </dgm:pt>
    <dgm:pt modelId="{28315CB9-8304-2142-842C-3463531B3569}">
      <dgm:prSet/>
      <dgm:spPr/>
      <dgm:t>
        <a:bodyPr/>
        <a:lstStyle/>
        <a:p>
          <a:pPr rtl="0"/>
          <a:r>
            <a:rPr lang="en-US" dirty="0" smtClean="0"/>
            <a:t>Attributes of a system visible to the programmer</a:t>
          </a:r>
          <a:endParaRPr lang="en-US" dirty="0"/>
        </a:p>
      </dgm:t>
    </dgm:pt>
    <dgm:pt modelId="{A7B6E241-54E6-4343-8A9E-03120641D454}" type="parTrans" cxnId="{0982BD52-6017-0E45-866D-E6B00540A5AF}">
      <dgm:prSet/>
      <dgm:spPr/>
      <dgm:t>
        <a:bodyPr/>
        <a:lstStyle/>
        <a:p>
          <a:endParaRPr lang="en-US"/>
        </a:p>
      </dgm:t>
    </dgm:pt>
    <dgm:pt modelId="{8805F3BF-5747-FA44-B2D6-8E46921DD5F2}" type="sibTrans" cxnId="{0982BD52-6017-0E45-866D-E6B00540A5AF}">
      <dgm:prSet/>
      <dgm:spPr/>
      <dgm:t>
        <a:bodyPr/>
        <a:lstStyle/>
        <a:p>
          <a:endParaRPr lang="en-US"/>
        </a:p>
      </dgm:t>
    </dgm:pt>
    <dgm:pt modelId="{21A469AC-73E4-2148-8557-29B0050DEDC0}">
      <dgm:prSet/>
      <dgm:spPr/>
      <dgm:t>
        <a:bodyPr/>
        <a:lstStyle/>
        <a:p>
          <a:pPr rtl="0"/>
          <a:r>
            <a:rPr lang="en-US" dirty="0" smtClean="0"/>
            <a:t>Have a direct impact on the logical execution of a program</a:t>
          </a:r>
          <a:endParaRPr lang="en-US" dirty="0"/>
        </a:p>
      </dgm:t>
    </dgm:pt>
    <dgm:pt modelId="{94BC96F5-293D-3C4D-A2F1-79679BBF38E8}" type="parTrans" cxnId="{174D5ABD-454D-0D4F-8354-0209701BD34D}">
      <dgm:prSet/>
      <dgm:spPr/>
      <dgm:t>
        <a:bodyPr/>
        <a:lstStyle/>
        <a:p>
          <a:endParaRPr lang="en-US"/>
        </a:p>
      </dgm:t>
    </dgm:pt>
    <dgm:pt modelId="{C5D2949D-BDAD-0542-A3C2-B076CCD0AE72}" type="sibTrans" cxnId="{174D5ABD-454D-0D4F-8354-0209701BD34D}">
      <dgm:prSet/>
      <dgm:spPr/>
      <dgm:t>
        <a:bodyPr/>
        <a:lstStyle/>
        <a:p>
          <a:endParaRPr lang="en-US"/>
        </a:p>
      </dgm:t>
    </dgm:pt>
    <dgm:pt modelId="{308789E6-82F7-DB43-B928-143FCBCCB864}">
      <dgm:prSet/>
      <dgm:spPr/>
      <dgm:t>
        <a:bodyPr/>
        <a:lstStyle/>
        <a:p>
          <a:pPr rtl="0"/>
          <a:r>
            <a:rPr lang="en-US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Architectural attributes include: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B24C361-90FF-A246-9A34-69E4A6A8AF57}" type="parTrans" cxnId="{30023AC5-9093-4448-B688-57B5C6556549}">
      <dgm:prSet/>
      <dgm:spPr/>
      <dgm:t>
        <a:bodyPr/>
        <a:lstStyle/>
        <a:p>
          <a:endParaRPr lang="en-US"/>
        </a:p>
      </dgm:t>
    </dgm:pt>
    <dgm:pt modelId="{616A0DCE-F636-194D-9DA8-C39FF48D7209}" type="sibTrans" cxnId="{30023AC5-9093-4448-B688-57B5C6556549}">
      <dgm:prSet/>
      <dgm:spPr/>
      <dgm:t>
        <a:bodyPr/>
        <a:lstStyle/>
        <a:p>
          <a:endParaRPr lang="en-US"/>
        </a:p>
      </dgm:t>
    </dgm:pt>
    <dgm:pt modelId="{CE5F8666-70FC-564C-8B7D-337BE33E4106}">
      <dgm:prSet/>
      <dgm:spPr/>
      <dgm:t>
        <a:bodyPr/>
        <a:lstStyle/>
        <a:p>
          <a:pPr rtl="0"/>
          <a:r>
            <a:rPr lang="en-US" dirty="0" smtClean="0"/>
            <a:t>Instruction set, number of bits used to represent various data types,   I/O mechanisms, techniques for addressing memory</a:t>
          </a:r>
          <a:endParaRPr lang="en-US" dirty="0"/>
        </a:p>
      </dgm:t>
    </dgm:pt>
    <dgm:pt modelId="{76348B6E-B52D-394F-A7D3-0CFAABB89617}" type="parTrans" cxnId="{1387E257-C914-334F-A738-A616B99E545F}">
      <dgm:prSet/>
      <dgm:spPr/>
      <dgm:t>
        <a:bodyPr/>
        <a:lstStyle/>
        <a:p>
          <a:endParaRPr lang="en-US"/>
        </a:p>
      </dgm:t>
    </dgm:pt>
    <dgm:pt modelId="{AC6E989A-20AA-194C-A7C6-0BE634EC1713}" type="sibTrans" cxnId="{1387E257-C914-334F-A738-A616B99E545F}">
      <dgm:prSet/>
      <dgm:spPr/>
      <dgm:t>
        <a:bodyPr/>
        <a:lstStyle/>
        <a:p>
          <a:endParaRPr lang="en-US"/>
        </a:p>
      </dgm:t>
    </dgm:pt>
    <dgm:pt modelId="{74536227-6FB9-EA42-B0D1-89175BB10E79}">
      <dgm:prSet/>
      <dgm:spPr/>
      <dgm:t>
        <a:bodyPr/>
        <a:lstStyle/>
        <a:p>
          <a:pPr rtl="0"/>
          <a:r>
            <a:rPr lang="en-US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Computer Organization 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F4E1031-08A1-144E-B04B-64D102B658EE}" type="parTrans" cxnId="{8E989642-BD8C-7744-8EF6-FBB60B8A00FD}">
      <dgm:prSet/>
      <dgm:spPr/>
      <dgm:t>
        <a:bodyPr/>
        <a:lstStyle/>
        <a:p>
          <a:endParaRPr lang="en-US"/>
        </a:p>
      </dgm:t>
    </dgm:pt>
    <dgm:pt modelId="{134FF832-CB26-164C-83F8-265482D291A9}" type="sibTrans" cxnId="{8E989642-BD8C-7744-8EF6-FBB60B8A00FD}">
      <dgm:prSet/>
      <dgm:spPr/>
      <dgm:t>
        <a:bodyPr/>
        <a:lstStyle/>
        <a:p>
          <a:endParaRPr lang="en-US"/>
        </a:p>
      </dgm:t>
    </dgm:pt>
    <dgm:pt modelId="{4ABB395C-A2BC-EB46-8166-8924AE293271}">
      <dgm:prSet/>
      <dgm:spPr/>
      <dgm:t>
        <a:bodyPr/>
        <a:lstStyle/>
        <a:p>
          <a:pPr rtl="0"/>
          <a:r>
            <a:rPr lang="en-US" dirty="0" smtClean="0"/>
            <a:t>The operational units and their interconnections that realize the architectural specifications</a:t>
          </a:r>
          <a:endParaRPr lang="en-US" dirty="0"/>
        </a:p>
      </dgm:t>
    </dgm:pt>
    <dgm:pt modelId="{39F91221-9930-CA4C-BDE4-128319DAD71D}" type="parTrans" cxnId="{B9F257A1-A141-2245-873F-A8263CDB5102}">
      <dgm:prSet/>
      <dgm:spPr/>
      <dgm:t>
        <a:bodyPr/>
        <a:lstStyle/>
        <a:p>
          <a:endParaRPr lang="en-US"/>
        </a:p>
      </dgm:t>
    </dgm:pt>
    <dgm:pt modelId="{FAA95E30-E469-594E-8C2C-8129BB965E39}" type="sibTrans" cxnId="{B9F257A1-A141-2245-873F-A8263CDB5102}">
      <dgm:prSet/>
      <dgm:spPr/>
      <dgm:t>
        <a:bodyPr/>
        <a:lstStyle/>
        <a:p>
          <a:endParaRPr lang="en-US"/>
        </a:p>
      </dgm:t>
    </dgm:pt>
    <dgm:pt modelId="{54AC2B3A-9757-C341-B161-89A6E0CA9575}">
      <dgm:prSet/>
      <dgm:spPr/>
      <dgm:t>
        <a:bodyPr/>
        <a:lstStyle/>
        <a:p>
          <a:pPr rtl="0"/>
          <a:r>
            <a:rPr lang="en-US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Organizational attributes include: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3493404-DFEF-9E42-ABB4-FBBE426B3AF9}" type="parTrans" cxnId="{734FF944-1D40-0F41-B4EE-7FBCB36088CC}">
      <dgm:prSet/>
      <dgm:spPr/>
      <dgm:t>
        <a:bodyPr/>
        <a:lstStyle/>
        <a:p>
          <a:endParaRPr lang="en-US"/>
        </a:p>
      </dgm:t>
    </dgm:pt>
    <dgm:pt modelId="{D8E9FC16-4D96-4648-AE70-EC41FE4D60A6}" type="sibTrans" cxnId="{734FF944-1D40-0F41-B4EE-7FBCB36088CC}">
      <dgm:prSet/>
      <dgm:spPr/>
      <dgm:t>
        <a:bodyPr/>
        <a:lstStyle/>
        <a:p>
          <a:endParaRPr lang="en-US"/>
        </a:p>
      </dgm:t>
    </dgm:pt>
    <dgm:pt modelId="{601FD3FE-0540-834F-BCAB-697B63FDDAF5}">
      <dgm:prSet/>
      <dgm:spPr/>
      <dgm:t>
        <a:bodyPr/>
        <a:lstStyle/>
        <a:p>
          <a:pPr rtl="0"/>
          <a:r>
            <a:rPr lang="en-US" dirty="0" smtClean="0"/>
            <a:t>Hardware details transparent to the programmer, control signals, interfaces between the computer and peripherals, memory technology used</a:t>
          </a:r>
          <a:endParaRPr lang="en-US" dirty="0"/>
        </a:p>
      </dgm:t>
    </dgm:pt>
    <dgm:pt modelId="{7AC73AAD-48BD-0141-801C-7F03F555A865}" type="parTrans" cxnId="{1014AC31-BFCA-4C40-9E55-38A36284F8BC}">
      <dgm:prSet/>
      <dgm:spPr/>
      <dgm:t>
        <a:bodyPr/>
        <a:lstStyle/>
        <a:p>
          <a:endParaRPr lang="en-US"/>
        </a:p>
      </dgm:t>
    </dgm:pt>
    <dgm:pt modelId="{2B5FD2A9-EFF7-224B-968B-602AA09A0E4E}" type="sibTrans" cxnId="{1014AC31-BFCA-4C40-9E55-38A36284F8BC}">
      <dgm:prSet/>
      <dgm:spPr/>
      <dgm:t>
        <a:bodyPr/>
        <a:lstStyle/>
        <a:p>
          <a:endParaRPr lang="en-US"/>
        </a:p>
      </dgm:t>
    </dgm:pt>
    <dgm:pt modelId="{CDA0A06D-0FB6-1E45-90C3-5F07AC6489BF}" type="pres">
      <dgm:prSet presAssocID="{218CF26C-3B9E-EC4D-B017-A6EDD2D78F18}" presName="cycleMatrixDiagram" presStyleCnt="0">
        <dgm:presLayoutVars>
          <dgm:chMax val="1"/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AE230A46-0396-8548-BFE6-7DE77B7F5698}" type="pres">
      <dgm:prSet presAssocID="{218CF26C-3B9E-EC4D-B017-A6EDD2D78F18}" presName="children" presStyleCnt="0"/>
      <dgm:spPr/>
    </dgm:pt>
    <dgm:pt modelId="{9355E2DA-ED4B-FF45-A420-CEC2FAD4F47F}" type="pres">
      <dgm:prSet presAssocID="{218CF26C-3B9E-EC4D-B017-A6EDD2D78F18}" presName="child1group" presStyleCnt="0"/>
      <dgm:spPr/>
    </dgm:pt>
    <dgm:pt modelId="{EAF475D4-71BA-AC4A-A978-8E1A58675943}" type="pres">
      <dgm:prSet presAssocID="{218CF26C-3B9E-EC4D-B017-A6EDD2D78F18}" presName="child1" presStyleLbl="bgAcc1" presStyleIdx="0" presStyleCnt="4"/>
      <dgm:spPr/>
      <dgm:t>
        <a:bodyPr/>
        <a:lstStyle/>
        <a:p>
          <a:endParaRPr lang="en-US"/>
        </a:p>
      </dgm:t>
    </dgm:pt>
    <dgm:pt modelId="{8DC48612-CC3B-434C-BDCA-2D368136FE30}" type="pres">
      <dgm:prSet presAssocID="{218CF26C-3B9E-EC4D-B017-A6EDD2D78F18}" presName="child1Text" presStyleLbl="bgAcc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6650470-D0B6-4E4B-B2CF-C9FC9D98A3AF}" type="pres">
      <dgm:prSet presAssocID="{218CF26C-3B9E-EC4D-B017-A6EDD2D78F18}" presName="child2group" presStyleCnt="0"/>
      <dgm:spPr/>
    </dgm:pt>
    <dgm:pt modelId="{D6EE7FF3-03D5-1248-B164-AC203683EA31}" type="pres">
      <dgm:prSet presAssocID="{218CF26C-3B9E-EC4D-B017-A6EDD2D78F18}" presName="child2" presStyleLbl="bgAcc1" presStyleIdx="1" presStyleCnt="4"/>
      <dgm:spPr/>
      <dgm:t>
        <a:bodyPr/>
        <a:lstStyle/>
        <a:p>
          <a:endParaRPr lang="en-US"/>
        </a:p>
      </dgm:t>
    </dgm:pt>
    <dgm:pt modelId="{7378E5CD-5D97-4946-88A6-1649F23BF4FB}" type="pres">
      <dgm:prSet presAssocID="{218CF26C-3B9E-EC4D-B017-A6EDD2D78F18}" presName="child2Text" presStyleLbl="bgAcc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79BE95B-2F90-7845-93AC-93020A91204D}" type="pres">
      <dgm:prSet presAssocID="{218CF26C-3B9E-EC4D-B017-A6EDD2D78F18}" presName="child3group" presStyleCnt="0"/>
      <dgm:spPr/>
    </dgm:pt>
    <dgm:pt modelId="{F4B243E3-6A78-9746-BEE9-84ACAEA02E36}" type="pres">
      <dgm:prSet presAssocID="{218CF26C-3B9E-EC4D-B017-A6EDD2D78F18}" presName="child3" presStyleLbl="bgAcc1" presStyleIdx="2" presStyleCnt="4" custLinFactNeighborX="11105" custLinFactNeighborY="568"/>
      <dgm:spPr/>
      <dgm:t>
        <a:bodyPr/>
        <a:lstStyle/>
        <a:p>
          <a:endParaRPr lang="en-US"/>
        </a:p>
      </dgm:t>
    </dgm:pt>
    <dgm:pt modelId="{28FF47C2-252F-AD4F-9FFC-C7380D031906}" type="pres">
      <dgm:prSet presAssocID="{218CF26C-3B9E-EC4D-B017-A6EDD2D78F18}" presName="child3Text" presStyleLbl="bgAcc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57D66DE-4C1F-C044-A0CF-897ECE7AFBB6}" type="pres">
      <dgm:prSet presAssocID="{218CF26C-3B9E-EC4D-B017-A6EDD2D78F18}" presName="child4group" presStyleCnt="0"/>
      <dgm:spPr/>
    </dgm:pt>
    <dgm:pt modelId="{82886FAE-83A2-704D-92D1-F4CC571A92A1}" type="pres">
      <dgm:prSet presAssocID="{218CF26C-3B9E-EC4D-B017-A6EDD2D78F18}" presName="child4" presStyleLbl="bgAcc1" presStyleIdx="3" presStyleCnt="4"/>
      <dgm:spPr/>
      <dgm:t>
        <a:bodyPr/>
        <a:lstStyle/>
        <a:p>
          <a:endParaRPr lang="en-US"/>
        </a:p>
      </dgm:t>
    </dgm:pt>
    <dgm:pt modelId="{946504B0-6F32-CA4D-B160-51F1CA3B2486}" type="pres">
      <dgm:prSet presAssocID="{218CF26C-3B9E-EC4D-B017-A6EDD2D78F18}" presName="child4Text" presStyleLbl="bgAcc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36011C0-D512-5B43-AFFF-B5EF3477E6BC}" type="pres">
      <dgm:prSet presAssocID="{218CF26C-3B9E-EC4D-B017-A6EDD2D78F18}" presName="childPlaceholder" presStyleCnt="0"/>
      <dgm:spPr/>
    </dgm:pt>
    <dgm:pt modelId="{0176A4A2-93EB-3B4F-8E44-E15DD76601A9}" type="pres">
      <dgm:prSet presAssocID="{218CF26C-3B9E-EC4D-B017-A6EDD2D78F18}" presName="circle" presStyleCnt="0"/>
      <dgm:spPr/>
    </dgm:pt>
    <dgm:pt modelId="{0995DE62-81B9-0E4E-9982-90865C30B506}" type="pres">
      <dgm:prSet presAssocID="{218CF26C-3B9E-EC4D-B017-A6EDD2D78F18}" presName="quadrant1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56301CE-27B0-6744-BFE7-3637DF690F07}" type="pres">
      <dgm:prSet presAssocID="{218CF26C-3B9E-EC4D-B017-A6EDD2D78F18}" presName="quadrant2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FC8C78-AEC8-1E4B-9265-AE1BCBD2AB12}" type="pres">
      <dgm:prSet presAssocID="{218CF26C-3B9E-EC4D-B017-A6EDD2D78F18}" presName="quadrant3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4C6FD03-EE72-914E-B7C9-68870374A795}" type="pres">
      <dgm:prSet presAssocID="{218CF26C-3B9E-EC4D-B017-A6EDD2D78F18}" presName="quadrant4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6826F6B-04DC-E742-8F5F-D9B2D824E236}" type="pres">
      <dgm:prSet presAssocID="{218CF26C-3B9E-EC4D-B017-A6EDD2D78F18}" presName="quadrantPlaceholder" presStyleCnt="0"/>
      <dgm:spPr/>
    </dgm:pt>
    <dgm:pt modelId="{1A971C7A-02BC-2144-9C44-48A4E03337B1}" type="pres">
      <dgm:prSet presAssocID="{218CF26C-3B9E-EC4D-B017-A6EDD2D78F18}" presName="center1" presStyleLbl="fgShp" presStyleIdx="0" presStyleCnt="2"/>
      <dgm:spPr/>
    </dgm:pt>
    <dgm:pt modelId="{290E4CF8-E8EE-584A-BC6F-814759FDAB7A}" type="pres">
      <dgm:prSet presAssocID="{218CF26C-3B9E-EC4D-B017-A6EDD2D78F18}" presName="center2" presStyleLbl="fgShp" presStyleIdx="1" presStyleCnt="2"/>
      <dgm:spPr/>
    </dgm:pt>
  </dgm:ptLst>
  <dgm:cxnLst>
    <dgm:cxn modelId="{1014AC31-BFCA-4C40-9E55-38A36284F8BC}" srcId="{54AC2B3A-9757-C341-B161-89A6E0CA9575}" destId="{601FD3FE-0540-834F-BCAB-697B63FDDAF5}" srcOrd="0" destOrd="0" parTransId="{7AC73AAD-48BD-0141-801C-7F03F555A865}" sibTransId="{2B5FD2A9-EFF7-224B-968B-602AA09A0E4E}"/>
    <dgm:cxn modelId="{6CB4A252-48D8-A94C-B5E1-F54449DF1DFD}" type="presOf" srcId="{B0CAEE6A-D8FA-1A4E-8E6A-4450A6DD048D}" destId="{0995DE62-81B9-0E4E-9982-90865C30B506}" srcOrd="0" destOrd="0" presId="urn:microsoft.com/office/officeart/2005/8/layout/cycle4#1"/>
    <dgm:cxn modelId="{E7A4ADFA-B474-C14B-8A27-965FB71E5D8D}" type="presOf" srcId="{28315CB9-8304-2142-842C-3463531B3569}" destId="{8DC48612-CC3B-434C-BDCA-2D368136FE30}" srcOrd="1" destOrd="0" presId="urn:microsoft.com/office/officeart/2005/8/layout/cycle4#1"/>
    <dgm:cxn modelId="{65823B6C-C9F6-D147-988F-D9D117570779}" type="presOf" srcId="{21A469AC-73E4-2148-8557-29B0050DEDC0}" destId="{EAF475D4-71BA-AC4A-A978-8E1A58675943}" srcOrd="0" destOrd="1" presId="urn:microsoft.com/office/officeart/2005/8/layout/cycle4#1"/>
    <dgm:cxn modelId="{174D5ABD-454D-0D4F-8354-0209701BD34D}" srcId="{B0CAEE6A-D8FA-1A4E-8E6A-4450A6DD048D}" destId="{21A469AC-73E4-2148-8557-29B0050DEDC0}" srcOrd="1" destOrd="0" parTransId="{94BC96F5-293D-3C4D-A2F1-79679BBF38E8}" sibTransId="{C5D2949D-BDAD-0542-A3C2-B076CCD0AE72}"/>
    <dgm:cxn modelId="{2FF7D623-05EC-C341-AE4E-3E9FCAB5123F}" type="presOf" srcId="{54AC2B3A-9757-C341-B161-89A6E0CA9575}" destId="{84C6FD03-EE72-914E-B7C9-68870374A795}" srcOrd="0" destOrd="0" presId="urn:microsoft.com/office/officeart/2005/8/layout/cycle4#1"/>
    <dgm:cxn modelId="{28A35006-6EB0-C244-B998-FFFD23D91384}" type="presOf" srcId="{21A469AC-73E4-2148-8557-29B0050DEDC0}" destId="{8DC48612-CC3B-434C-BDCA-2D368136FE30}" srcOrd="1" destOrd="1" presId="urn:microsoft.com/office/officeart/2005/8/layout/cycle4#1"/>
    <dgm:cxn modelId="{30023AC5-9093-4448-B688-57B5C6556549}" srcId="{218CF26C-3B9E-EC4D-B017-A6EDD2D78F18}" destId="{308789E6-82F7-DB43-B928-143FCBCCB864}" srcOrd="1" destOrd="0" parTransId="{FB24C361-90FF-A246-9A34-69E4A6A8AF57}" sibTransId="{616A0DCE-F636-194D-9DA8-C39FF48D7209}"/>
    <dgm:cxn modelId="{FD56FF05-D7A2-584A-8ABF-2D3821A1E937}" type="presOf" srcId="{601FD3FE-0540-834F-BCAB-697B63FDDAF5}" destId="{946504B0-6F32-CA4D-B160-51F1CA3B2486}" srcOrd="1" destOrd="0" presId="urn:microsoft.com/office/officeart/2005/8/layout/cycle4#1"/>
    <dgm:cxn modelId="{8E989642-BD8C-7744-8EF6-FBB60B8A00FD}" srcId="{218CF26C-3B9E-EC4D-B017-A6EDD2D78F18}" destId="{74536227-6FB9-EA42-B0D1-89175BB10E79}" srcOrd="2" destOrd="0" parTransId="{0F4E1031-08A1-144E-B04B-64D102B658EE}" sibTransId="{134FF832-CB26-164C-83F8-265482D291A9}"/>
    <dgm:cxn modelId="{369DE2B8-1C60-D342-8E38-EC0EB138C6CF}" type="presOf" srcId="{74536227-6FB9-EA42-B0D1-89175BB10E79}" destId="{48FC8C78-AEC8-1E4B-9265-AE1BCBD2AB12}" srcOrd="0" destOrd="0" presId="urn:microsoft.com/office/officeart/2005/8/layout/cycle4#1"/>
    <dgm:cxn modelId="{D3324486-6DB6-E64B-B1A8-C30BAEA50D60}" srcId="{218CF26C-3B9E-EC4D-B017-A6EDD2D78F18}" destId="{B0CAEE6A-D8FA-1A4E-8E6A-4450A6DD048D}" srcOrd="0" destOrd="0" parTransId="{688287C0-0BBB-B04A-B8B2-AB36598391AC}" sibTransId="{06346C9A-108C-B141-813D-843AF3CECB9B}"/>
    <dgm:cxn modelId="{DEC79734-5731-0947-807E-E0BA6FB7738D}" type="presOf" srcId="{CE5F8666-70FC-564C-8B7D-337BE33E4106}" destId="{D6EE7FF3-03D5-1248-B164-AC203683EA31}" srcOrd="0" destOrd="0" presId="urn:microsoft.com/office/officeart/2005/8/layout/cycle4#1"/>
    <dgm:cxn modelId="{936663A7-F3F1-544C-BB00-A6B8712F5F75}" type="presOf" srcId="{28315CB9-8304-2142-842C-3463531B3569}" destId="{EAF475D4-71BA-AC4A-A978-8E1A58675943}" srcOrd="0" destOrd="0" presId="urn:microsoft.com/office/officeart/2005/8/layout/cycle4#1"/>
    <dgm:cxn modelId="{644EB4B2-C2D8-7446-B13E-0BDB42040D15}" type="presOf" srcId="{601FD3FE-0540-834F-BCAB-697B63FDDAF5}" destId="{82886FAE-83A2-704D-92D1-F4CC571A92A1}" srcOrd="0" destOrd="0" presId="urn:microsoft.com/office/officeart/2005/8/layout/cycle4#1"/>
    <dgm:cxn modelId="{50C3899A-CA77-A647-B562-3E414DB1DB38}" type="presOf" srcId="{308789E6-82F7-DB43-B928-143FCBCCB864}" destId="{E56301CE-27B0-6744-BFE7-3637DF690F07}" srcOrd="0" destOrd="0" presId="urn:microsoft.com/office/officeart/2005/8/layout/cycle4#1"/>
    <dgm:cxn modelId="{0982BD52-6017-0E45-866D-E6B00540A5AF}" srcId="{B0CAEE6A-D8FA-1A4E-8E6A-4450A6DD048D}" destId="{28315CB9-8304-2142-842C-3463531B3569}" srcOrd="0" destOrd="0" parTransId="{A7B6E241-54E6-4343-8A9E-03120641D454}" sibTransId="{8805F3BF-5747-FA44-B2D6-8E46921DD5F2}"/>
    <dgm:cxn modelId="{1387E257-C914-334F-A738-A616B99E545F}" srcId="{308789E6-82F7-DB43-B928-143FCBCCB864}" destId="{CE5F8666-70FC-564C-8B7D-337BE33E4106}" srcOrd="0" destOrd="0" parTransId="{76348B6E-B52D-394F-A7D3-0CFAABB89617}" sibTransId="{AC6E989A-20AA-194C-A7C6-0BE634EC1713}"/>
    <dgm:cxn modelId="{4B6F0975-8F18-3744-BB40-DFA5A827FB65}" type="presOf" srcId="{4ABB395C-A2BC-EB46-8166-8924AE293271}" destId="{28FF47C2-252F-AD4F-9FFC-C7380D031906}" srcOrd="1" destOrd="0" presId="urn:microsoft.com/office/officeart/2005/8/layout/cycle4#1"/>
    <dgm:cxn modelId="{1C7F9834-53D8-D447-AFDE-406FAFE9AA01}" type="presOf" srcId="{CE5F8666-70FC-564C-8B7D-337BE33E4106}" destId="{7378E5CD-5D97-4946-88A6-1649F23BF4FB}" srcOrd="1" destOrd="0" presId="urn:microsoft.com/office/officeart/2005/8/layout/cycle4#1"/>
    <dgm:cxn modelId="{B9F257A1-A141-2245-873F-A8263CDB5102}" srcId="{74536227-6FB9-EA42-B0D1-89175BB10E79}" destId="{4ABB395C-A2BC-EB46-8166-8924AE293271}" srcOrd="0" destOrd="0" parTransId="{39F91221-9930-CA4C-BDE4-128319DAD71D}" sibTransId="{FAA95E30-E469-594E-8C2C-8129BB965E39}"/>
    <dgm:cxn modelId="{E1272249-4E69-894D-8DDC-98388B0A56AB}" type="presOf" srcId="{4ABB395C-A2BC-EB46-8166-8924AE293271}" destId="{F4B243E3-6A78-9746-BEE9-84ACAEA02E36}" srcOrd="0" destOrd="0" presId="urn:microsoft.com/office/officeart/2005/8/layout/cycle4#1"/>
    <dgm:cxn modelId="{578AC43C-622E-8A4D-8989-0B9965ECC139}" type="presOf" srcId="{218CF26C-3B9E-EC4D-B017-A6EDD2D78F18}" destId="{CDA0A06D-0FB6-1E45-90C3-5F07AC6489BF}" srcOrd="0" destOrd="0" presId="urn:microsoft.com/office/officeart/2005/8/layout/cycle4#1"/>
    <dgm:cxn modelId="{734FF944-1D40-0F41-B4EE-7FBCB36088CC}" srcId="{218CF26C-3B9E-EC4D-B017-A6EDD2D78F18}" destId="{54AC2B3A-9757-C341-B161-89A6E0CA9575}" srcOrd="3" destOrd="0" parTransId="{83493404-DFEF-9E42-ABB4-FBBE426B3AF9}" sibTransId="{D8E9FC16-4D96-4648-AE70-EC41FE4D60A6}"/>
    <dgm:cxn modelId="{699078D6-31A2-0B41-B5B3-4D3C3092B897}" type="presParOf" srcId="{CDA0A06D-0FB6-1E45-90C3-5F07AC6489BF}" destId="{AE230A46-0396-8548-BFE6-7DE77B7F5698}" srcOrd="0" destOrd="0" presId="urn:microsoft.com/office/officeart/2005/8/layout/cycle4#1"/>
    <dgm:cxn modelId="{51036B94-27D6-6442-B7E8-4BD19D5092C3}" type="presParOf" srcId="{AE230A46-0396-8548-BFE6-7DE77B7F5698}" destId="{9355E2DA-ED4B-FF45-A420-CEC2FAD4F47F}" srcOrd="0" destOrd="0" presId="urn:microsoft.com/office/officeart/2005/8/layout/cycle4#1"/>
    <dgm:cxn modelId="{5CEFC4B6-D27A-F64A-9614-3E4A00A63D41}" type="presParOf" srcId="{9355E2DA-ED4B-FF45-A420-CEC2FAD4F47F}" destId="{EAF475D4-71BA-AC4A-A978-8E1A58675943}" srcOrd="0" destOrd="0" presId="urn:microsoft.com/office/officeart/2005/8/layout/cycle4#1"/>
    <dgm:cxn modelId="{F695AE92-91AF-1640-8C0C-BF1FD554B2BE}" type="presParOf" srcId="{9355E2DA-ED4B-FF45-A420-CEC2FAD4F47F}" destId="{8DC48612-CC3B-434C-BDCA-2D368136FE30}" srcOrd="1" destOrd="0" presId="urn:microsoft.com/office/officeart/2005/8/layout/cycle4#1"/>
    <dgm:cxn modelId="{FECF91CB-3E6A-F14A-93BB-0814B430D767}" type="presParOf" srcId="{AE230A46-0396-8548-BFE6-7DE77B7F5698}" destId="{36650470-D0B6-4E4B-B2CF-C9FC9D98A3AF}" srcOrd="1" destOrd="0" presId="urn:microsoft.com/office/officeart/2005/8/layout/cycle4#1"/>
    <dgm:cxn modelId="{2033105B-7235-A441-BCD4-1C23395F17D1}" type="presParOf" srcId="{36650470-D0B6-4E4B-B2CF-C9FC9D98A3AF}" destId="{D6EE7FF3-03D5-1248-B164-AC203683EA31}" srcOrd="0" destOrd="0" presId="urn:microsoft.com/office/officeart/2005/8/layout/cycle4#1"/>
    <dgm:cxn modelId="{53B6DDD3-7071-314D-8F65-2945B82F0920}" type="presParOf" srcId="{36650470-D0B6-4E4B-B2CF-C9FC9D98A3AF}" destId="{7378E5CD-5D97-4946-88A6-1649F23BF4FB}" srcOrd="1" destOrd="0" presId="urn:microsoft.com/office/officeart/2005/8/layout/cycle4#1"/>
    <dgm:cxn modelId="{0A0EA159-BE72-504D-AF89-D51A7FA317C4}" type="presParOf" srcId="{AE230A46-0396-8548-BFE6-7DE77B7F5698}" destId="{079BE95B-2F90-7845-93AC-93020A91204D}" srcOrd="2" destOrd="0" presId="urn:microsoft.com/office/officeart/2005/8/layout/cycle4#1"/>
    <dgm:cxn modelId="{6FBAA814-9EDF-874C-B162-98D6DFEA4453}" type="presParOf" srcId="{079BE95B-2F90-7845-93AC-93020A91204D}" destId="{F4B243E3-6A78-9746-BEE9-84ACAEA02E36}" srcOrd="0" destOrd="0" presId="urn:microsoft.com/office/officeart/2005/8/layout/cycle4#1"/>
    <dgm:cxn modelId="{3B12EC53-267E-804F-9CA2-2CFD8BBE1C98}" type="presParOf" srcId="{079BE95B-2F90-7845-93AC-93020A91204D}" destId="{28FF47C2-252F-AD4F-9FFC-C7380D031906}" srcOrd="1" destOrd="0" presId="urn:microsoft.com/office/officeart/2005/8/layout/cycle4#1"/>
    <dgm:cxn modelId="{8E16598D-E657-2440-8FF9-F797A1DC2AB2}" type="presParOf" srcId="{AE230A46-0396-8548-BFE6-7DE77B7F5698}" destId="{857D66DE-4C1F-C044-A0CF-897ECE7AFBB6}" srcOrd="3" destOrd="0" presId="urn:microsoft.com/office/officeart/2005/8/layout/cycle4#1"/>
    <dgm:cxn modelId="{2F4564CF-B1C8-474E-A73E-211CD6C602FF}" type="presParOf" srcId="{857D66DE-4C1F-C044-A0CF-897ECE7AFBB6}" destId="{82886FAE-83A2-704D-92D1-F4CC571A92A1}" srcOrd="0" destOrd="0" presId="urn:microsoft.com/office/officeart/2005/8/layout/cycle4#1"/>
    <dgm:cxn modelId="{361FFEEA-B37D-DD4B-90FD-8019974C51CE}" type="presParOf" srcId="{857D66DE-4C1F-C044-A0CF-897ECE7AFBB6}" destId="{946504B0-6F32-CA4D-B160-51F1CA3B2486}" srcOrd="1" destOrd="0" presId="urn:microsoft.com/office/officeart/2005/8/layout/cycle4#1"/>
    <dgm:cxn modelId="{39AC28DA-B93C-FF4B-938E-E2902348EF70}" type="presParOf" srcId="{AE230A46-0396-8548-BFE6-7DE77B7F5698}" destId="{B36011C0-D512-5B43-AFFF-B5EF3477E6BC}" srcOrd="4" destOrd="0" presId="urn:microsoft.com/office/officeart/2005/8/layout/cycle4#1"/>
    <dgm:cxn modelId="{A20B9968-9E67-7142-A408-85D07AD8F89D}" type="presParOf" srcId="{CDA0A06D-0FB6-1E45-90C3-5F07AC6489BF}" destId="{0176A4A2-93EB-3B4F-8E44-E15DD76601A9}" srcOrd="1" destOrd="0" presId="urn:microsoft.com/office/officeart/2005/8/layout/cycle4#1"/>
    <dgm:cxn modelId="{68023DFC-2968-F643-9CE0-8363C792C624}" type="presParOf" srcId="{0176A4A2-93EB-3B4F-8E44-E15DD76601A9}" destId="{0995DE62-81B9-0E4E-9982-90865C30B506}" srcOrd="0" destOrd="0" presId="urn:microsoft.com/office/officeart/2005/8/layout/cycle4#1"/>
    <dgm:cxn modelId="{232F2B00-0E40-5244-AE96-43E53DC4C21B}" type="presParOf" srcId="{0176A4A2-93EB-3B4F-8E44-E15DD76601A9}" destId="{E56301CE-27B0-6744-BFE7-3637DF690F07}" srcOrd="1" destOrd="0" presId="urn:microsoft.com/office/officeart/2005/8/layout/cycle4#1"/>
    <dgm:cxn modelId="{64C1EE4B-7E4E-7F40-88F6-574C1472E73D}" type="presParOf" srcId="{0176A4A2-93EB-3B4F-8E44-E15DD76601A9}" destId="{48FC8C78-AEC8-1E4B-9265-AE1BCBD2AB12}" srcOrd="2" destOrd="0" presId="urn:microsoft.com/office/officeart/2005/8/layout/cycle4#1"/>
    <dgm:cxn modelId="{B9555833-A8E3-984C-A0CD-48531905E914}" type="presParOf" srcId="{0176A4A2-93EB-3B4F-8E44-E15DD76601A9}" destId="{84C6FD03-EE72-914E-B7C9-68870374A795}" srcOrd="3" destOrd="0" presId="urn:microsoft.com/office/officeart/2005/8/layout/cycle4#1"/>
    <dgm:cxn modelId="{C8E47CC9-F756-8D48-907D-F6D6F2C5F303}" type="presParOf" srcId="{0176A4A2-93EB-3B4F-8E44-E15DD76601A9}" destId="{D6826F6B-04DC-E742-8F5F-D9B2D824E236}" srcOrd="4" destOrd="0" presId="urn:microsoft.com/office/officeart/2005/8/layout/cycle4#1"/>
    <dgm:cxn modelId="{565B3FCF-A28D-E347-8015-2F2DE1DBE44D}" type="presParOf" srcId="{CDA0A06D-0FB6-1E45-90C3-5F07AC6489BF}" destId="{1A971C7A-02BC-2144-9C44-48A4E03337B1}" srcOrd="2" destOrd="0" presId="urn:microsoft.com/office/officeart/2005/8/layout/cycle4#1"/>
    <dgm:cxn modelId="{5BBB7B46-0562-E844-809D-68B34867AC01}" type="presParOf" srcId="{CDA0A06D-0FB6-1E45-90C3-5F07AC6489BF}" destId="{290E4CF8-E8EE-584A-BC6F-814759FDAB7A}" srcOrd="3" destOrd="0" presId="urn:microsoft.com/office/officeart/2005/8/layout/cycle4#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EE09AF2-9AE1-FB41-99AF-0443389F04C5}" type="doc">
      <dgm:prSet loTypeId="urn:microsoft.com/office/officeart/2005/8/layout/vList5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7663F6C-82B1-D142-9476-2B6261508F49}">
      <dgm:prSet/>
      <dgm:spPr/>
      <dgm:t>
        <a:bodyPr/>
        <a:lstStyle/>
        <a:p>
          <a:pPr rtl="0"/>
          <a:r>
            <a:rPr lang="en-US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Memory buffer register (MBR)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7F3C479-91A8-6343-812B-A5D68BB7EB3D}" type="parTrans" cxnId="{FDA980E1-7003-774D-9832-CEF2C362D91A}">
      <dgm:prSet/>
      <dgm:spPr/>
      <dgm:t>
        <a:bodyPr/>
        <a:lstStyle/>
        <a:p>
          <a:endParaRPr lang="en-US"/>
        </a:p>
      </dgm:t>
    </dgm:pt>
    <dgm:pt modelId="{497FA11D-1D25-7E45-9B30-00E372145D41}" type="sibTrans" cxnId="{FDA980E1-7003-774D-9832-CEF2C362D91A}">
      <dgm:prSet/>
      <dgm:spPr/>
      <dgm:t>
        <a:bodyPr/>
        <a:lstStyle/>
        <a:p>
          <a:endParaRPr lang="en-US"/>
        </a:p>
      </dgm:t>
    </dgm:pt>
    <dgm:pt modelId="{983D0763-390C-1C4D-A956-8AEA364C7DE4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Contains a word to be stored in memory or sent to the  I/O unit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EE4788FB-E46E-BE4B-8992-71A0B078B764}" type="parTrans" cxnId="{08E7F7BD-EA38-EB41-A1C0-17C62086F05B}">
      <dgm:prSet/>
      <dgm:spPr/>
      <dgm:t>
        <a:bodyPr/>
        <a:lstStyle/>
        <a:p>
          <a:endParaRPr lang="en-US"/>
        </a:p>
      </dgm:t>
    </dgm:pt>
    <dgm:pt modelId="{7AD71A3B-9582-2745-866A-023ECE006DF2}" type="sibTrans" cxnId="{08E7F7BD-EA38-EB41-A1C0-17C62086F05B}">
      <dgm:prSet/>
      <dgm:spPr/>
      <dgm:t>
        <a:bodyPr/>
        <a:lstStyle/>
        <a:p>
          <a:endParaRPr lang="en-US"/>
        </a:p>
      </dgm:t>
    </dgm:pt>
    <dgm:pt modelId="{EBCDBAEC-FCC4-1F43-9879-98177D2FB990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Or is used to receive a word from memory or from the I/O unit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CE74277-13BA-C24D-9106-859B38F32026}" type="parTrans" cxnId="{1F0C1B89-F833-274F-A1B1-F35D07B3BE4F}">
      <dgm:prSet/>
      <dgm:spPr/>
      <dgm:t>
        <a:bodyPr/>
        <a:lstStyle/>
        <a:p>
          <a:endParaRPr lang="en-US"/>
        </a:p>
      </dgm:t>
    </dgm:pt>
    <dgm:pt modelId="{76CDBA38-D372-8348-AD06-9299B96E50A3}" type="sibTrans" cxnId="{1F0C1B89-F833-274F-A1B1-F35D07B3BE4F}">
      <dgm:prSet/>
      <dgm:spPr/>
      <dgm:t>
        <a:bodyPr/>
        <a:lstStyle/>
        <a:p>
          <a:endParaRPr lang="en-US"/>
        </a:p>
      </dgm:t>
    </dgm:pt>
    <dgm:pt modelId="{65983CE6-E863-7C48-99C7-7D9C6DCD1E26}">
      <dgm:prSet/>
      <dgm:spPr/>
      <dgm:t>
        <a:bodyPr/>
        <a:lstStyle/>
        <a:p>
          <a:pPr rtl="0"/>
          <a:r>
            <a:rPr lang="en-US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Memory address register (MAR)</a:t>
          </a:r>
        </a:p>
      </dgm:t>
    </dgm:pt>
    <dgm:pt modelId="{7AE7A4AC-1A04-6E47-8627-B9021F173F90}" type="parTrans" cxnId="{10A33F33-74B3-4040-98B8-BE15B3151552}">
      <dgm:prSet/>
      <dgm:spPr/>
      <dgm:t>
        <a:bodyPr/>
        <a:lstStyle/>
        <a:p>
          <a:endParaRPr lang="en-US"/>
        </a:p>
      </dgm:t>
    </dgm:pt>
    <dgm:pt modelId="{340EC2BD-814D-D843-B40C-D5053956DF63}" type="sibTrans" cxnId="{10A33F33-74B3-4040-98B8-BE15B3151552}">
      <dgm:prSet/>
      <dgm:spPr/>
      <dgm:t>
        <a:bodyPr/>
        <a:lstStyle/>
        <a:p>
          <a:endParaRPr lang="en-US"/>
        </a:p>
      </dgm:t>
    </dgm:pt>
    <dgm:pt modelId="{6A46E06D-ACF8-DE45-9687-3C2546649AAB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Specifies the address in memory of the word to be written from or read into the MBR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82528B5-3955-C540-9DDC-D8765259A89C}" type="parTrans" cxnId="{F29E6208-4985-6247-84EE-AD50F5FC8F52}">
      <dgm:prSet/>
      <dgm:spPr/>
      <dgm:t>
        <a:bodyPr/>
        <a:lstStyle/>
        <a:p>
          <a:endParaRPr lang="en-US"/>
        </a:p>
      </dgm:t>
    </dgm:pt>
    <dgm:pt modelId="{8EFE98E7-8548-494B-83E9-019F8064BB10}" type="sibTrans" cxnId="{F29E6208-4985-6247-84EE-AD50F5FC8F52}">
      <dgm:prSet/>
      <dgm:spPr/>
      <dgm:t>
        <a:bodyPr/>
        <a:lstStyle/>
        <a:p>
          <a:endParaRPr lang="en-US"/>
        </a:p>
      </dgm:t>
    </dgm:pt>
    <dgm:pt modelId="{1790E50B-3ECE-FA4C-9CD5-C678A681856F}">
      <dgm:prSet/>
      <dgm:spPr/>
      <dgm:t>
        <a:bodyPr/>
        <a:lstStyle/>
        <a:p>
          <a:pPr rtl="0"/>
          <a:r>
            <a:rPr lang="en-US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Instruction register (IR)</a:t>
          </a:r>
        </a:p>
      </dgm:t>
    </dgm:pt>
    <dgm:pt modelId="{16BE0251-3AEA-DB4B-83D3-3AD38714267D}" type="parTrans" cxnId="{C5D9F764-9323-0544-A014-3A1E8EE5C726}">
      <dgm:prSet/>
      <dgm:spPr/>
      <dgm:t>
        <a:bodyPr/>
        <a:lstStyle/>
        <a:p>
          <a:endParaRPr lang="en-US"/>
        </a:p>
      </dgm:t>
    </dgm:pt>
    <dgm:pt modelId="{BD587779-CA08-6140-AB0D-B1FFC658BAB2}" type="sibTrans" cxnId="{C5D9F764-9323-0544-A014-3A1E8EE5C726}">
      <dgm:prSet/>
      <dgm:spPr/>
      <dgm:t>
        <a:bodyPr/>
        <a:lstStyle/>
        <a:p>
          <a:endParaRPr lang="en-US"/>
        </a:p>
      </dgm:t>
    </dgm:pt>
    <dgm:pt modelId="{89D18AA2-6D08-0743-BA5E-F2FD7939C801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Contains the 8-bit opcode instruction being executed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4EE7EC46-950C-C74C-94A6-B246D0944B66}" type="parTrans" cxnId="{A4C0DEF0-87B7-1947-A9C4-AB9C9CEE975A}">
      <dgm:prSet/>
      <dgm:spPr/>
      <dgm:t>
        <a:bodyPr/>
        <a:lstStyle/>
        <a:p>
          <a:endParaRPr lang="en-US"/>
        </a:p>
      </dgm:t>
    </dgm:pt>
    <dgm:pt modelId="{00E0C177-D917-3F44-883A-04D47388BA7A}" type="sibTrans" cxnId="{A4C0DEF0-87B7-1947-A9C4-AB9C9CEE975A}">
      <dgm:prSet/>
      <dgm:spPr/>
      <dgm:t>
        <a:bodyPr/>
        <a:lstStyle/>
        <a:p>
          <a:endParaRPr lang="en-US"/>
        </a:p>
      </dgm:t>
    </dgm:pt>
    <dgm:pt modelId="{E9E65EFC-4C94-B645-AAEE-FFCAAC6C9A28}">
      <dgm:prSet/>
      <dgm:spPr/>
      <dgm:t>
        <a:bodyPr/>
        <a:lstStyle/>
        <a:p>
          <a:pPr rtl="0"/>
          <a:r>
            <a:rPr lang="en-US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Instruction buffer register (IBR)</a:t>
          </a:r>
        </a:p>
      </dgm:t>
    </dgm:pt>
    <dgm:pt modelId="{3B1C56A8-0A47-EB4D-8013-1000A12914AB}" type="parTrans" cxnId="{07060C6A-8EF2-6E41-89E6-28DADE83DE91}">
      <dgm:prSet/>
      <dgm:spPr/>
      <dgm:t>
        <a:bodyPr/>
        <a:lstStyle/>
        <a:p>
          <a:endParaRPr lang="en-US"/>
        </a:p>
      </dgm:t>
    </dgm:pt>
    <dgm:pt modelId="{33B8FBE5-5405-6A4E-B288-3F6059E81AD0}" type="sibTrans" cxnId="{07060C6A-8EF2-6E41-89E6-28DADE83DE91}">
      <dgm:prSet/>
      <dgm:spPr/>
      <dgm:t>
        <a:bodyPr/>
        <a:lstStyle/>
        <a:p>
          <a:endParaRPr lang="en-US"/>
        </a:p>
      </dgm:t>
    </dgm:pt>
    <dgm:pt modelId="{A7F141B5-D8A4-504D-B823-062804224018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Employed to temporarily hold the right-hand instruction from a word in memory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2F84BD8-822E-9B4F-B9D1-68D7A33E13DC}" type="parTrans" cxnId="{6C4E03BD-0B2B-374A-9E02-B09294541E32}">
      <dgm:prSet/>
      <dgm:spPr/>
      <dgm:t>
        <a:bodyPr/>
        <a:lstStyle/>
        <a:p>
          <a:endParaRPr lang="en-US"/>
        </a:p>
      </dgm:t>
    </dgm:pt>
    <dgm:pt modelId="{DF788E86-A164-2342-A854-BED1A303BD1C}" type="sibTrans" cxnId="{6C4E03BD-0B2B-374A-9E02-B09294541E32}">
      <dgm:prSet/>
      <dgm:spPr/>
      <dgm:t>
        <a:bodyPr/>
        <a:lstStyle/>
        <a:p>
          <a:endParaRPr lang="en-US"/>
        </a:p>
      </dgm:t>
    </dgm:pt>
    <dgm:pt modelId="{96EAA1B5-377E-014F-986A-0459C28D9531}">
      <dgm:prSet/>
      <dgm:spPr/>
      <dgm:t>
        <a:bodyPr/>
        <a:lstStyle/>
        <a:p>
          <a:pPr rtl="0"/>
          <a:r>
            <a:rPr lang="en-US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Program counter (PC)</a:t>
          </a:r>
        </a:p>
      </dgm:t>
    </dgm:pt>
    <dgm:pt modelId="{68FFE1C2-1A9A-FA42-822C-0BC214C544E8}" type="parTrans" cxnId="{4DEE51A1-A22B-CD46-B99B-D8ECA28E273B}">
      <dgm:prSet/>
      <dgm:spPr/>
      <dgm:t>
        <a:bodyPr/>
        <a:lstStyle/>
        <a:p>
          <a:endParaRPr lang="en-US"/>
        </a:p>
      </dgm:t>
    </dgm:pt>
    <dgm:pt modelId="{CA59F1BF-2709-2F45-A412-5E1D8FB26738}" type="sibTrans" cxnId="{4DEE51A1-A22B-CD46-B99B-D8ECA28E273B}">
      <dgm:prSet/>
      <dgm:spPr/>
      <dgm:t>
        <a:bodyPr/>
        <a:lstStyle/>
        <a:p>
          <a:endParaRPr lang="en-US"/>
        </a:p>
      </dgm:t>
    </dgm:pt>
    <dgm:pt modelId="{0691804E-C818-D34C-BC8F-31C9E94EA9CD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Contains the address of the next instruction pair to be fetched from memory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7FA9B53A-DB94-324F-B03B-9719CB6A2347}" type="parTrans" cxnId="{EB199F31-13D3-9246-83DC-4F2EA27A2A94}">
      <dgm:prSet/>
      <dgm:spPr/>
      <dgm:t>
        <a:bodyPr/>
        <a:lstStyle/>
        <a:p>
          <a:endParaRPr lang="en-US"/>
        </a:p>
      </dgm:t>
    </dgm:pt>
    <dgm:pt modelId="{12B1F7C8-20A0-5C42-B2CE-17BE33A35B1F}" type="sibTrans" cxnId="{EB199F31-13D3-9246-83DC-4F2EA27A2A94}">
      <dgm:prSet/>
      <dgm:spPr/>
      <dgm:t>
        <a:bodyPr/>
        <a:lstStyle/>
        <a:p>
          <a:endParaRPr lang="en-US"/>
        </a:p>
      </dgm:t>
    </dgm:pt>
    <dgm:pt modelId="{04DEC0A9-8D36-F645-B1D5-DAE358DAAFBA}">
      <dgm:prSet/>
      <dgm:spPr/>
      <dgm:t>
        <a:bodyPr/>
        <a:lstStyle/>
        <a:p>
          <a:pPr rtl="0"/>
          <a:r>
            <a:rPr lang="en-US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Accumulator (AC) and multiplier quotient (MQ)</a:t>
          </a:r>
        </a:p>
      </dgm:t>
    </dgm:pt>
    <dgm:pt modelId="{631A0EA5-0494-B24E-9403-4527B0F85C7E}" type="parTrans" cxnId="{38603506-379B-B046-8B2D-497BE42F1DCB}">
      <dgm:prSet/>
      <dgm:spPr/>
      <dgm:t>
        <a:bodyPr/>
        <a:lstStyle/>
        <a:p>
          <a:endParaRPr lang="en-US"/>
        </a:p>
      </dgm:t>
    </dgm:pt>
    <dgm:pt modelId="{564ECAF2-DC7F-414C-9921-AF6E8F5E40B9}" type="sibTrans" cxnId="{38603506-379B-B046-8B2D-497BE42F1DCB}">
      <dgm:prSet/>
      <dgm:spPr/>
      <dgm:t>
        <a:bodyPr/>
        <a:lstStyle/>
        <a:p>
          <a:endParaRPr lang="en-US"/>
        </a:p>
      </dgm:t>
    </dgm:pt>
    <dgm:pt modelId="{D05D06A4-74D4-6242-9110-9720EF8306B6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Employed to temporarily hold operands and results of ALU operations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C5FEEFDB-C11A-684A-8A54-FD58D085F0FD}" type="parTrans" cxnId="{A0BCFF7B-CEFE-A443-A0AD-DB297EA7C2DD}">
      <dgm:prSet/>
      <dgm:spPr/>
      <dgm:t>
        <a:bodyPr/>
        <a:lstStyle/>
        <a:p>
          <a:endParaRPr lang="en-US"/>
        </a:p>
      </dgm:t>
    </dgm:pt>
    <dgm:pt modelId="{E7DDEF07-E714-B04F-9AA8-6F74D0592852}" type="sibTrans" cxnId="{A0BCFF7B-CEFE-A443-A0AD-DB297EA7C2DD}">
      <dgm:prSet/>
      <dgm:spPr/>
      <dgm:t>
        <a:bodyPr/>
        <a:lstStyle/>
        <a:p>
          <a:endParaRPr lang="en-US"/>
        </a:p>
      </dgm:t>
    </dgm:pt>
    <dgm:pt modelId="{BA5A99DF-215D-904F-A6D0-65BB379826CF}" type="pres">
      <dgm:prSet presAssocID="{FEE09AF2-9AE1-FB41-99AF-0443389F04C5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79424FD-12D2-C64F-89D9-5113633F291B}" type="pres">
      <dgm:prSet presAssocID="{17663F6C-82B1-D142-9476-2B6261508F49}" presName="linNode" presStyleCnt="0"/>
      <dgm:spPr/>
    </dgm:pt>
    <dgm:pt modelId="{0CFA3958-9CCA-714D-80C2-D920A4C3B568}" type="pres">
      <dgm:prSet presAssocID="{17663F6C-82B1-D142-9476-2B6261508F49}" presName="parentText" presStyleLbl="node1" presStyleIdx="0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C497F74-E56D-D54A-A32A-EBB4F6B3EB59}" type="pres">
      <dgm:prSet presAssocID="{17663F6C-82B1-D142-9476-2B6261508F49}" presName="descendantText" presStyleLbl="alignAccFollowNode1" presStyleIdx="0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9077E51-2E5E-A740-8614-DF8126403F15}" type="pres">
      <dgm:prSet presAssocID="{497FA11D-1D25-7E45-9B30-00E372145D41}" presName="sp" presStyleCnt="0"/>
      <dgm:spPr/>
    </dgm:pt>
    <dgm:pt modelId="{27D68538-4B83-8F42-AF07-241E95CB5C6D}" type="pres">
      <dgm:prSet presAssocID="{65983CE6-E863-7C48-99C7-7D9C6DCD1E26}" presName="linNode" presStyleCnt="0"/>
      <dgm:spPr/>
    </dgm:pt>
    <dgm:pt modelId="{48A8FEC9-0511-B347-8FBE-EBA2B7357690}" type="pres">
      <dgm:prSet presAssocID="{65983CE6-E863-7C48-99C7-7D9C6DCD1E26}" presName="parentText" presStyleLbl="node1" presStyleIdx="1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E17F6E8-5455-3B44-880E-E877A6004AF4}" type="pres">
      <dgm:prSet presAssocID="{65983CE6-E863-7C48-99C7-7D9C6DCD1E26}" presName="descendantText" presStyleLbl="alignAccFollowNode1" presStyleIdx="1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C393D1B-F0BC-DF4B-99B0-228A5CFC1779}" type="pres">
      <dgm:prSet presAssocID="{340EC2BD-814D-D843-B40C-D5053956DF63}" presName="sp" presStyleCnt="0"/>
      <dgm:spPr/>
    </dgm:pt>
    <dgm:pt modelId="{AD72A645-2D90-A54D-BAB3-E0B09A1E9178}" type="pres">
      <dgm:prSet presAssocID="{1790E50B-3ECE-FA4C-9CD5-C678A681856F}" presName="linNode" presStyleCnt="0"/>
      <dgm:spPr/>
    </dgm:pt>
    <dgm:pt modelId="{7766074F-B532-BA4A-B509-BE407CA8E0EF}" type="pres">
      <dgm:prSet presAssocID="{1790E50B-3ECE-FA4C-9CD5-C678A681856F}" presName="parentText" presStyleLbl="node1" presStyleIdx="2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153501E-395B-E940-A6F0-A2B38B4DD9DA}" type="pres">
      <dgm:prSet presAssocID="{1790E50B-3ECE-FA4C-9CD5-C678A681856F}" presName="descendantText" presStyleLbl="alignAccFollowNode1" presStyleIdx="2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5EDF9B2-00BB-9F40-BD8C-4DFDFF48F423}" type="pres">
      <dgm:prSet presAssocID="{BD587779-CA08-6140-AB0D-B1FFC658BAB2}" presName="sp" presStyleCnt="0"/>
      <dgm:spPr/>
    </dgm:pt>
    <dgm:pt modelId="{BB7B410C-BD9D-4047-A944-A7711B586696}" type="pres">
      <dgm:prSet presAssocID="{E9E65EFC-4C94-B645-AAEE-FFCAAC6C9A28}" presName="linNode" presStyleCnt="0"/>
      <dgm:spPr/>
    </dgm:pt>
    <dgm:pt modelId="{D62165FB-07F8-BB41-AD94-3FC196D4B89A}" type="pres">
      <dgm:prSet presAssocID="{E9E65EFC-4C94-B645-AAEE-FFCAAC6C9A28}" presName="parentText" presStyleLbl="node1" presStyleIdx="3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CB971D-C09B-EE4E-84F5-7EF86105255A}" type="pres">
      <dgm:prSet presAssocID="{E9E65EFC-4C94-B645-AAEE-FFCAAC6C9A28}" presName="descendantText" presStyleLbl="alignAccFollowNode1" presStyleIdx="3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C1EFBE5-6ED6-5B41-B6EF-602E0DE42527}" type="pres">
      <dgm:prSet presAssocID="{33B8FBE5-5405-6A4E-B288-3F6059E81AD0}" presName="sp" presStyleCnt="0"/>
      <dgm:spPr/>
    </dgm:pt>
    <dgm:pt modelId="{4ECF73A2-6A4C-2C43-B448-6FC917CB42E4}" type="pres">
      <dgm:prSet presAssocID="{96EAA1B5-377E-014F-986A-0459C28D9531}" presName="linNode" presStyleCnt="0"/>
      <dgm:spPr/>
    </dgm:pt>
    <dgm:pt modelId="{5184DBB6-5A0C-6745-8BDB-B2A811578BEF}" type="pres">
      <dgm:prSet presAssocID="{96EAA1B5-377E-014F-986A-0459C28D9531}" presName="parentText" presStyleLbl="node1" presStyleIdx="4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9C0F29E-E6D4-594F-87A8-EF664CEC31E3}" type="pres">
      <dgm:prSet presAssocID="{96EAA1B5-377E-014F-986A-0459C28D9531}" presName="descendantText" presStyleLbl="alignAccFollowNode1" presStyleIdx="4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B1C6B72-5A04-D44C-859A-B47ED4C24702}" type="pres">
      <dgm:prSet presAssocID="{CA59F1BF-2709-2F45-A412-5E1D8FB26738}" presName="sp" presStyleCnt="0"/>
      <dgm:spPr/>
    </dgm:pt>
    <dgm:pt modelId="{BC3A5F91-4D23-5240-A069-1C426B2B7B52}" type="pres">
      <dgm:prSet presAssocID="{04DEC0A9-8D36-F645-B1D5-DAE358DAAFBA}" presName="linNode" presStyleCnt="0"/>
      <dgm:spPr/>
    </dgm:pt>
    <dgm:pt modelId="{5D289608-FBD2-6445-968F-32CDE3AA653D}" type="pres">
      <dgm:prSet presAssocID="{04DEC0A9-8D36-F645-B1D5-DAE358DAAFBA}" presName="parentText" presStyleLbl="node1" presStyleIdx="5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951A7FF-1A7B-4147-A464-EEADD31946FA}" type="pres">
      <dgm:prSet presAssocID="{04DEC0A9-8D36-F645-B1D5-DAE358DAAFBA}" presName="descendantText" presStyleLbl="alignAccFollowNode1" presStyleIdx="5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D700A799-97BB-2C45-91A6-BA0864ADB487}" type="presOf" srcId="{96EAA1B5-377E-014F-986A-0459C28D9531}" destId="{5184DBB6-5A0C-6745-8BDB-B2A811578BEF}" srcOrd="0" destOrd="0" presId="urn:microsoft.com/office/officeart/2005/8/layout/vList5"/>
    <dgm:cxn modelId="{FDA980E1-7003-774D-9832-CEF2C362D91A}" srcId="{FEE09AF2-9AE1-FB41-99AF-0443389F04C5}" destId="{17663F6C-82B1-D142-9476-2B6261508F49}" srcOrd="0" destOrd="0" parTransId="{F7F3C479-91A8-6343-812B-A5D68BB7EB3D}" sibTransId="{497FA11D-1D25-7E45-9B30-00E372145D41}"/>
    <dgm:cxn modelId="{D1E70F99-782E-B34D-B378-9C414B0A3A77}" type="presOf" srcId="{E9E65EFC-4C94-B645-AAEE-FFCAAC6C9A28}" destId="{D62165FB-07F8-BB41-AD94-3FC196D4B89A}" srcOrd="0" destOrd="0" presId="urn:microsoft.com/office/officeart/2005/8/layout/vList5"/>
    <dgm:cxn modelId="{B914E520-1EB6-9E4C-B67D-EAAB5BC91D0D}" type="presOf" srcId="{65983CE6-E863-7C48-99C7-7D9C6DCD1E26}" destId="{48A8FEC9-0511-B347-8FBE-EBA2B7357690}" srcOrd="0" destOrd="0" presId="urn:microsoft.com/office/officeart/2005/8/layout/vList5"/>
    <dgm:cxn modelId="{F2F8A469-FF6D-5A4B-B6FC-75750ABA872E}" type="presOf" srcId="{1790E50B-3ECE-FA4C-9CD5-C678A681856F}" destId="{7766074F-B532-BA4A-B509-BE407CA8E0EF}" srcOrd="0" destOrd="0" presId="urn:microsoft.com/office/officeart/2005/8/layout/vList5"/>
    <dgm:cxn modelId="{C55DB623-993B-6E43-B4A8-EA9AF3E0DFDA}" type="presOf" srcId="{FEE09AF2-9AE1-FB41-99AF-0443389F04C5}" destId="{BA5A99DF-215D-904F-A6D0-65BB379826CF}" srcOrd="0" destOrd="0" presId="urn:microsoft.com/office/officeart/2005/8/layout/vList5"/>
    <dgm:cxn modelId="{9F9F0AC5-0C1B-AC40-B0FF-9E6D0635B27F}" type="presOf" srcId="{17663F6C-82B1-D142-9476-2B6261508F49}" destId="{0CFA3958-9CCA-714D-80C2-D920A4C3B568}" srcOrd="0" destOrd="0" presId="urn:microsoft.com/office/officeart/2005/8/layout/vList5"/>
    <dgm:cxn modelId="{9F9F6C4D-AE65-6741-A78F-49415A5251A0}" type="presOf" srcId="{983D0763-390C-1C4D-A956-8AEA364C7DE4}" destId="{CC497F74-E56D-D54A-A32A-EBB4F6B3EB59}" srcOrd="0" destOrd="0" presId="urn:microsoft.com/office/officeart/2005/8/layout/vList5"/>
    <dgm:cxn modelId="{E729670D-D22B-0F4B-8F42-72A3606E0D0D}" type="presOf" srcId="{6A46E06D-ACF8-DE45-9687-3C2546649AAB}" destId="{BE17F6E8-5455-3B44-880E-E877A6004AF4}" srcOrd="0" destOrd="0" presId="urn:microsoft.com/office/officeart/2005/8/layout/vList5"/>
    <dgm:cxn modelId="{C5D9F764-9323-0544-A014-3A1E8EE5C726}" srcId="{FEE09AF2-9AE1-FB41-99AF-0443389F04C5}" destId="{1790E50B-3ECE-FA4C-9CD5-C678A681856F}" srcOrd="2" destOrd="0" parTransId="{16BE0251-3AEA-DB4B-83D3-3AD38714267D}" sibTransId="{BD587779-CA08-6140-AB0D-B1FFC658BAB2}"/>
    <dgm:cxn modelId="{6C4E03BD-0B2B-374A-9E02-B09294541E32}" srcId="{E9E65EFC-4C94-B645-AAEE-FFCAAC6C9A28}" destId="{A7F141B5-D8A4-504D-B823-062804224018}" srcOrd="0" destOrd="0" parTransId="{12F84BD8-822E-9B4F-B9D1-68D7A33E13DC}" sibTransId="{DF788E86-A164-2342-A854-BED1A303BD1C}"/>
    <dgm:cxn modelId="{07060C6A-8EF2-6E41-89E6-28DADE83DE91}" srcId="{FEE09AF2-9AE1-FB41-99AF-0443389F04C5}" destId="{E9E65EFC-4C94-B645-AAEE-FFCAAC6C9A28}" srcOrd="3" destOrd="0" parTransId="{3B1C56A8-0A47-EB4D-8013-1000A12914AB}" sibTransId="{33B8FBE5-5405-6A4E-B288-3F6059E81AD0}"/>
    <dgm:cxn modelId="{4DEE51A1-A22B-CD46-B99B-D8ECA28E273B}" srcId="{FEE09AF2-9AE1-FB41-99AF-0443389F04C5}" destId="{96EAA1B5-377E-014F-986A-0459C28D9531}" srcOrd="4" destOrd="0" parTransId="{68FFE1C2-1A9A-FA42-822C-0BC214C544E8}" sibTransId="{CA59F1BF-2709-2F45-A412-5E1D8FB26738}"/>
    <dgm:cxn modelId="{EB199F31-13D3-9246-83DC-4F2EA27A2A94}" srcId="{96EAA1B5-377E-014F-986A-0459C28D9531}" destId="{0691804E-C818-D34C-BC8F-31C9E94EA9CD}" srcOrd="0" destOrd="0" parTransId="{7FA9B53A-DB94-324F-B03B-9719CB6A2347}" sibTransId="{12B1F7C8-20A0-5C42-B2CE-17BE33A35B1F}"/>
    <dgm:cxn modelId="{1F0C1B89-F833-274F-A1B1-F35D07B3BE4F}" srcId="{17663F6C-82B1-D142-9476-2B6261508F49}" destId="{EBCDBAEC-FCC4-1F43-9879-98177D2FB990}" srcOrd="1" destOrd="0" parTransId="{0CE74277-13BA-C24D-9106-859B38F32026}" sibTransId="{76CDBA38-D372-8348-AD06-9299B96E50A3}"/>
    <dgm:cxn modelId="{38603506-379B-B046-8B2D-497BE42F1DCB}" srcId="{FEE09AF2-9AE1-FB41-99AF-0443389F04C5}" destId="{04DEC0A9-8D36-F645-B1D5-DAE358DAAFBA}" srcOrd="5" destOrd="0" parTransId="{631A0EA5-0494-B24E-9403-4527B0F85C7E}" sibTransId="{564ECAF2-DC7F-414C-9921-AF6E8F5E40B9}"/>
    <dgm:cxn modelId="{A0BCFF7B-CEFE-A443-A0AD-DB297EA7C2DD}" srcId="{04DEC0A9-8D36-F645-B1D5-DAE358DAAFBA}" destId="{D05D06A4-74D4-6242-9110-9720EF8306B6}" srcOrd="0" destOrd="0" parTransId="{C5FEEFDB-C11A-684A-8A54-FD58D085F0FD}" sibTransId="{E7DDEF07-E714-B04F-9AA8-6F74D0592852}"/>
    <dgm:cxn modelId="{C5776612-1E65-A943-88FB-B123C0D765C9}" type="presOf" srcId="{EBCDBAEC-FCC4-1F43-9879-98177D2FB990}" destId="{CC497F74-E56D-D54A-A32A-EBB4F6B3EB59}" srcOrd="0" destOrd="1" presId="urn:microsoft.com/office/officeart/2005/8/layout/vList5"/>
    <dgm:cxn modelId="{C6CCA8A7-50B8-3744-B5EA-6AF7DCDD9E3C}" type="presOf" srcId="{0691804E-C818-D34C-BC8F-31C9E94EA9CD}" destId="{99C0F29E-E6D4-594F-87A8-EF664CEC31E3}" srcOrd="0" destOrd="0" presId="urn:microsoft.com/office/officeart/2005/8/layout/vList5"/>
    <dgm:cxn modelId="{D330B95F-A9CF-DB40-A2E4-743F97EA0C1E}" type="presOf" srcId="{89D18AA2-6D08-0743-BA5E-F2FD7939C801}" destId="{7153501E-395B-E940-A6F0-A2B38B4DD9DA}" srcOrd="0" destOrd="0" presId="urn:microsoft.com/office/officeart/2005/8/layout/vList5"/>
    <dgm:cxn modelId="{2C7EB333-B365-184E-AAE9-8B6675C5A7A2}" type="presOf" srcId="{D05D06A4-74D4-6242-9110-9720EF8306B6}" destId="{7951A7FF-1A7B-4147-A464-EEADD31946FA}" srcOrd="0" destOrd="0" presId="urn:microsoft.com/office/officeart/2005/8/layout/vList5"/>
    <dgm:cxn modelId="{B2C31DAE-4FED-BC40-B0A8-970A9B0E0F70}" type="presOf" srcId="{04DEC0A9-8D36-F645-B1D5-DAE358DAAFBA}" destId="{5D289608-FBD2-6445-968F-32CDE3AA653D}" srcOrd="0" destOrd="0" presId="urn:microsoft.com/office/officeart/2005/8/layout/vList5"/>
    <dgm:cxn modelId="{A4C0DEF0-87B7-1947-A9C4-AB9C9CEE975A}" srcId="{1790E50B-3ECE-FA4C-9CD5-C678A681856F}" destId="{89D18AA2-6D08-0743-BA5E-F2FD7939C801}" srcOrd="0" destOrd="0" parTransId="{4EE7EC46-950C-C74C-94A6-B246D0944B66}" sibTransId="{00E0C177-D917-3F44-883A-04D47388BA7A}"/>
    <dgm:cxn modelId="{F29E6208-4985-6247-84EE-AD50F5FC8F52}" srcId="{65983CE6-E863-7C48-99C7-7D9C6DCD1E26}" destId="{6A46E06D-ACF8-DE45-9687-3C2546649AAB}" srcOrd="0" destOrd="0" parTransId="{D82528B5-3955-C540-9DDC-D8765259A89C}" sibTransId="{8EFE98E7-8548-494B-83E9-019F8064BB10}"/>
    <dgm:cxn modelId="{10A33F33-74B3-4040-98B8-BE15B3151552}" srcId="{FEE09AF2-9AE1-FB41-99AF-0443389F04C5}" destId="{65983CE6-E863-7C48-99C7-7D9C6DCD1E26}" srcOrd="1" destOrd="0" parTransId="{7AE7A4AC-1A04-6E47-8627-B9021F173F90}" sibTransId="{340EC2BD-814D-D843-B40C-D5053956DF63}"/>
    <dgm:cxn modelId="{7800BD3A-E8FE-7D41-A159-0A098B392547}" type="presOf" srcId="{A7F141B5-D8A4-504D-B823-062804224018}" destId="{5DCB971D-C09B-EE4E-84F5-7EF86105255A}" srcOrd="0" destOrd="0" presId="urn:microsoft.com/office/officeart/2005/8/layout/vList5"/>
    <dgm:cxn modelId="{08E7F7BD-EA38-EB41-A1C0-17C62086F05B}" srcId="{17663F6C-82B1-D142-9476-2B6261508F49}" destId="{983D0763-390C-1C4D-A956-8AEA364C7DE4}" srcOrd="0" destOrd="0" parTransId="{EE4788FB-E46E-BE4B-8992-71A0B078B764}" sibTransId="{7AD71A3B-9582-2745-866A-023ECE006DF2}"/>
    <dgm:cxn modelId="{6B05330D-8D27-824F-9399-B25E2BBB12B1}" type="presParOf" srcId="{BA5A99DF-215D-904F-A6D0-65BB379826CF}" destId="{979424FD-12D2-C64F-89D9-5113633F291B}" srcOrd="0" destOrd="0" presId="urn:microsoft.com/office/officeart/2005/8/layout/vList5"/>
    <dgm:cxn modelId="{9C1FF730-D29D-C146-8FCF-1F5733B9588B}" type="presParOf" srcId="{979424FD-12D2-C64F-89D9-5113633F291B}" destId="{0CFA3958-9CCA-714D-80C2-D920A4C3B568}" srcOrd="0" destOrd="0" presId="urn:microsoft.com/office/officeart/2005/8/layout/vList5"/>
    <dgm:cxn modelId="{B348DDDE-AFB7-2E4B-84A8-C2FD43E54579}" type="presParOf" srcId="{979424FD-12D2-C64F-89D9-5113633F291B}" destId="{CC497F74-E56D-D54A-A32A-EBB4F6B3EB59}" srcOrd="1" destOrd="0" presId="urn:microsoft.com/office/officeart/2005/8/layout/vList5"/>
    <dgm:cxn modelId="{9C14A52F-20E0-9148-BA09-A770ACB182A9}" type="presParOf" srcId="{BA5A99DF-215D-904F-A6D0-65BB379826CF}" destId="{E9077E51-2E5E-A740-8614-DF8126403F15}" srcOrd="1" destOrd="0" presId="urn:microsoft.com/office/officeart/2005/8/layout/vList5"/>
    <dgm:cxn modelId="{4FB5F682-6C49-424C-A307-42FE76BC5ACE}" type="presParOf" srcId="{BA5A99DF-215D-904F-A6D0-65BB379826CF}" destId="{27D68538-4B83-8F42-AF07-241E95CB5C6D}" srcOrd="2" destOrd="0" presId="urn:microsoft.com/office/officeart/2005/8/layout/vList5"/>
    <dgm:cxn modelId="{76868A16-3D4B-F644-BEAC-DE163CADE6E6}" type="presParOf" srcId="{27D68538-4B83-8F42-AF07-241E95CB5C6D}" destId="{48A8FEC9-0511-B347-8FBE-EBA2B7357690}" srcOrd="0" destOrd="0" presId="urn:microsoft.com/office/officeart/2005/8/layout/vList5"/>
    <dgm:cxn modelId="{BBA636F3-0C39-B040-92F8-30FB872CF146}" type="presParOf" srcId="{27D68538-4B83-8F42-AF07-241E95CB5C6D}" destId="{BE17F6E8-5455-3B44-880E-E877A6004AF4}" srcOrd="1" destOrd="0" presId="urn:microsoft.com/office/officeart/2005/8/layout/vList5"/>
    <dgm:cxn modelId="{E19859D3-53AA-6A45-ACD1-EA04106FC727}" type="presParOf" srcId="{BA5A99DF-215D-904F-A6D0-65BB379826CF}" destId="{7C393D1B-F0BC-DF4B-99B0-228A5CFC1779}" srcOrd="3" destOrd="0" presId="urn:microsoft.com/office/officeart/2005/8/layout/vList5"/>
    <dgm:cxn modelId="{903AA7A4-6F50-3441-B2B6-1C5679332F96}" type="presParOf" srcId="{BA5A99DF-215D-904F-A6D0-65BB379826CF}" destId="{AD72A645-2D90-A54D-BAB3-E0B09A1E9178}" srcOrd="4" destOrd="0" presId="urn:microsoft.com/office/officeart/2005/8/layout/vList5"/>
    <dgm:cxn modelId="{2C0675F5-11DB-674C-8156-5D2B08A245DD}" type="presParOf" srcId="{AD72A645-2D90-A54D-BAB3-E0B09A1E9178}" destId="{7766074F-B532-BA4A-B509-BE407CA8E0EF}" srcOrd="0" destOrd="0" presId="urn:microsoft.com/office/officeart/2005/8/layout/vList5"/>
    <dgm:cxn modelId="{09D78C66-29FC-AE4D-8C85-5B560E61F8FC}" type="presParOf" srcId="{AD72A645-2D90-A54D-BAB3-E0B09A1E9178}" destId="{7153501E-395B-E940-A6F0-A2B38B4DD9DA}" srcOrd="1" destOrd="0" presId="urn:microsoft.com/office/officeart/2005/8/layout/vList5"/>
    <dgm:cxn modelId="{6FE286D3-5977-5E40-81EE-0980014A0746}" type="presParOf" srcId="{BA5A99DF-215D-904F-A6D0-65BB379826CF}" destId="{85EDF9B2-00BB-9F40-BD8C-4DFDFF48F423}" srcOrd="5" destOrd="0" presId="urn:microsoft.com/office/officeart/2005/8/layout/vList5"/>
    <dgm:cxn modelId="{50506A38-7BE9-F340-9DE5-A40F14436376}" type="presParOf" srcId="{BA5A99DF-215D-904F-A6D0-65BB379826CF}" destId="{BB7B410C-BD9D-4047-A944-A7711B586696}" srcOrd="6" destOrd="0" presId="urn:microsoft.com/office/officeart/2005/8/layout/vList5"/>
    <dgm:cxn modelId="{5C95A454-EDAB-7749-91AD-18F536499E46}" type="presParOf" srcId="{BB7B410C-BD9D-4047-A944-A7711B586696}" destId="{D62165FB-07F8-BB41-AD94-3FC196D4B89A}" srcOrd="0" destOrd="0" presId="urn:microsoft.com/office/officeart/2005/8/layout/vList5"/>
    <dgm:cxn modelId="{D9A4C19A-87DC-6248-BDA6-0F9437CAF926}" type="presParOf" srcId="{BB7B410C-BD9D-4047-A944-A7711B586696}" destId="{5DCB971D-C09B-EE4E-84F5-7EF86105255A}" srcOrd="1" destOrd="0" presId="urn:microsoft.com/office/officeart/2005/8/layout/vList5"/>
    <dgm:cxn modelId="{4374A651-4A57-BF42-924E-B9ED40045B31}" type="presParOf" srcId="{BA5A99DF-215D-904F-A6D0-65BB379826CF}" destId="{2C1EFBE5-6ED6-5B41-B6EF-602E0DE42527}" srcOrd="7" destOrd="0" presId="urn:microsoft.com/office/officeart/2005/8/layout/vList5"/>
    <dgm:cxn modelId="{9690DE40-1C33-D848-9376-8CB9B0A2A166}" type="presParOf" srcId="{BA5A99DF-215D-904F-A6D0-65BB379826CF}" destId="{4ECF73A2-6A4C-2C43-B448-6FC917CB42E4}" srcOrd="8" destOrd="0" presId="urn:microsoft.com/office/officeart/2005/8/layout/vList5"/>
    <dgm:cxn modelId="{5722036E-8466-554E-BE04-006A98C69613}" type="presParOf" srcId="{4ECF73A2-6A4C-2C43-B448-6FC917CB42E4}" destId="{5184DBB6-5A0C-6745-8BDB-B2A811578BEF}" srcOrd="0" destOrd="0" presId="urn:microsoft.com/office/officeart/2005/8/layout/vList5"/>
    <dgm:cxn modelId="{A53F2B56-A7A7-FF41-A6AC-1912BB9017C2}" type="presParOf" srcId="{4ECF73A2-6A4C-2C43-B448-6FC917CB42E4}" destId="{99C0F29E-E6D4-594F-87A8-EF664CEC31E3}" srcOrd="1" destOrd="0" presId="urn:microsoft.com/office/officeart/2005/8/layout/vList5"/>
    <dgm:cxn modelId="{F3044E45-C635-0347-88AE-898607C0C2F9}" type="presParOf" srcId="{BA5A99DF-215D-904F-A6D0-65BB379826CF}" destId="{9B1C6B72-5A04-D44C-859A-B47ED4C24702}" srcOrd="9" destOrd="0" presId="urn:microsoft.com/office/officeart/2005/8/layout/vList5"/>
    <dgm:cxn modelId="{258219E9-7F1E-1341-81ED-609950E52159}" type="presParOf" srcId="{BA5A99DF-215D-904F-A6D0-65BB379826CF}" destId="{BC3A5F91-4D23-5240-A069-1C426B2B7B52}" srcOrd="10" destOrd="0" presId="urn:microsoft.com/office/officeart/2005/8/layout/vList5"/>
    <dgm:cxn modelId="{BDD89167-EAD8-9549-8998-426B2C834F01}" type="presParOf" srcId="{BC3A5F91-4D23-5240-A069-1C426B2B7B52}" destId="{5D289608-FBD2-6445-968F-32CDE3AA653D}" srcOrd="0" destOrd="0" presId="urn:microsoft.com/office/officeart/2005/8/layout/vList5"/>
    <dgm:cxn modelId="{7994CA4F-0EC3-E342-8B7D-C50BB89ABD21}" type="presParOf" srcId="{BC3A5F91-4D23-5240-A069-1C426B2B7B52}" destId="{7951A7FF-1A7B-4147-A464-EEADD31946F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585831-502D-374B-A192-B7BABC6D4047}" type="doc">
      <dgm:prSet loTypeId="urn:microsoft.com/office/officeart/2005/8/layout/target2" loCatId="relationship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083D836-F9C2-FD40-994A-FBDB3E6A01B7}">
      <dgm:prSet/>
      <dgm:spPr>
        <a:solidFill>
          <a:schemeClr val="accent1"/>
        </a:solidFill>
      </dgm:spPr>
      <dgm:t>
        <a:bodyPr/>
        <a:lstStyle/>
        <a:p>
          <a:pPr rtl="0"/>
          <a:r>
            <a: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1965; Gordon Moore – co-founder of Intel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BEC757D0-ECF8-C74C-9713-97041B080D64}" type="parTrans" cxnId="{2C9A8C07-B658-9D4D-BE2E-E9C07797103D}">
      <dgm:prSet/>
      <dgm:spPr/>
      <dgm:t>
        <a:bodyPr/>
        <a:lstStyle/>
        <a:p>
          <a:endParaRPr lang="en-US"/>
        </a:p>
      </dgm:t>
    </dgm:pt>
    <dgm:pt modelId="{8036F8FD-772A-904A-A70C-A16E59E6D5BD}" type="sibTrans" cxnId="{2C9A8C07-B658-9D4D-BE2E-E9C07797103D}">
      <dgm:prSet/>
      <dgm:spPr/>
      <dgm:t>
        <a:bodyPr/>
        <a:lstStyle/>
        <a:p>
          <a:endParaRPr lang="en-US"/>
        </a:p>
      </dgm:t>
    </dgm:pt>
    <dgm:pt modelId="{F661BF27-3B17-DD40-95C5-81C23D7C8061}">
      <dgm:prSet/>
      <dgm:spPr>
        <a:solidFill>
          <a:schemeClr val="accent4"/>
        </a:solidFill>
      </dgm:spPr>
      <dgm:t>
        <a:bodyPr/>
        <a:lstStyle/>
        <a:p>
          <a:pPr rtl="0"/>
          <a:r>
            <a: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Observed number of transistors that could be put on a single chip was doubling every year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CE9AFAC9-BEB6-734D-8EE3-122E2573F04B}" type="parTrans" cxnId="{C878F039-0BE5-7B4C-A238-12542864A3CD}">
      <dgm:prSet/>
      <dgm:spPr/>
      <dgm:t>
        <a:bodyPr/>
        <a:lstStyle/>
        <a:p>
          <a:endParaRPr lang="en-US"/>
        </a:p>
      </dgm:t>
    </dgm:pt>
    <dgm:pt modelId="{0AA3D669-0874-F54C-9B68-AB116181B3C4}" type="sibTrans" cxnId="{C878F039-0BE5-7B4C-A238-12542864A3CD}">
      <dgm:prSet/>
      <dgm:spPr/>
      <dgm:t>
        <a:bodyPr/>
        <a:lstStyle/>
        <a:p>
          <a:endParaRPr lang="en-US"/>
        </a:p>
      </dgm:t>
    </dgm:pt>
    <dgm:pt modelId="{BAD1B133-3FB4-464C-A351-6F91810CD99E}">
      <dgm:prSet custT="1"/>
      <dgm:spPr/>
      <dgm:t>
        <a:bodyPr/>
        <a:lstStyle/>
        <a:p>
          <a:pPr rtl="0"/>
          <a:r>
            <a:rPr lang="en-US" sz="1100" b="1" dirty="0" smtClean="0">
              <a:effectLst/>
            </a:rPr>
            <a:t>The pace slowed to a doubling every 18 months in the 1970’s but has sustained that rate ever since</a:t>
          </a:r>
          <a:endParaRPr lang="en-US" sz="1100" b="1" dirty="0">
            <a:effectLst/>
          </a:endParaRPr>
        </a:p>
      </dgm:t>
    </dgm:pt>
    <dgm:pt modelId="{736A4E65-B531-E547-B202-8F8898FAB6E9}" type="parTrans" cxnId="{4847154F-8122-E545-BFE9-FE0D2254CA64}">
      <dgm:prSet/>
      <dgm:spPr/>
      <dgm:t>
        <a:bodyPr/>
        <a:lstStyle/>
        <a:p>
          <a:endParaRPr lang="en-US"/>
        </a:p>
      </dgm:t>
    </dgm:pt>
    <dgm:pt modelId="{86F678DF-B5F7-8C4B-8A6C-FD1FE14096F1}" type="sibTrans" cxnId="{4847154F-8122-E545-BFE9-FE0D2254CA64}">
      <dgm:prSet/>
      <dgm:spPr/>
      <dgm:t>
        <a:bodyPr/>
        <a:lstStyle/>
        <a:p>
          <a:endParaRPr lang="en-US"/>
        </a:p>
      </dgm:t>
    </dgm:pt>
    <dgm:pt modelId="{7F79720F-E377-5344-9A85-AFB0F93B85CF}">
      <dgm:prSet/>
      <dgm:spPr>
        <a:solidFill>
          <a:schemeClr val="accent3"/>
        </a:solidFill>
      </dgm:spPr>
      <dgm:t>
        <a:bodyPr/>
        <a:lstStyle/>
        <a:p>
          <a:pPr rtl="0"/>
          <a:r>
            <a: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Consequences of Moore’s law: 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33050AB-57FE-6E4F-A535-D08658AB3A89}" type="parTrans" cxnId="{713E7D03-B055-FB42-8E27-EC1D78EA836A}">
      <dgm:prSet/>
      <dgm:spPr/>
      <dgm:t>
        <a:bodyPr/>
        <a:lstStyle/>
        <a:p>
          <a:endParaRPr lang="en-US"/>
        </a:p>
      </dgm:t>
    </dgm:pt>
    <dgm:pt modelId="{2A2AA238-1DFB-F64F-94B6-D6F5F0EE73CB}" type="sibTrans" cxnId="{713E7D03-B055-FB42-8E27-EC1D78EA836A}">
      <dgm:prSet/>
      <dgm:spPr/>
      <dgm:t>
        <a:bodyPr/>
        <a:lstStyle/>
        <a:p>
          <a:endParaRPr lang="en-US"/>
        </a:p>
      </dgm:t>
    </dgm:pt>
    <dgm:pt modelId="{5BBA2911-4874-C74E-85E2-4C5F8F6462D9}">
      <dgm:prSet custT="1"/>
      <dgm:spPr/>
      <dgm:t>
        <a:bodyPr/>
        <a:lstStyle/>
        <a:p>
          <a:pPr rtl="0"/>
          <a:r>
            <a:rPr lang="en-US" sz="1000" b="1" dirty="0" smtClean="0">
              <a:effectLst/>
            </a:rPr>
            <a:t>The cost of computer logic and memory circuitry has fallen at a dramatic rate</a:t>
          </a:r>
        </a:p>
      </dgm:t>
    </dgm:pt>
    <dgm:pt modelId="{72E3CE4C-AB68-E447-8363-547C71E9E9EE}" type="parTrans" cxnId="{A50FDAFF-E888-4141-ABE8-EB107623D90C}">
      <dgm:prSet/>
      <dgm:spPr/>
      <dgm:t>
        <a:bodyPr/>
        <a:lstStyle/>
        <a:p>
          <a:endParaRPr lang="en-US"/>
        </a:p>
      </dgm:t>
    </dgm:pt>
    <dgm:pt modelId="{7F69016B-A921-584C-81B5-0FCF19B650FC}" type="sibTrans" cxnId="{A50FDAFF-E888-4141-ABE8-EB107623D90C}">
      <dgm:prSet/>
      <dgm:spPr/>
      <dgm:t>
        <a:bodyPr/>
        <a:lstStyle/>
        <a:p>
          <a:endParaRPr lang="en-US"/>
        </a:p>
      </dgm:t>
    </dgm:pt>
    <dgm:pt modelId="{6E822890-7F5D-BA48-A9ED-10EE404E778C}">
      <dgm:prSet custT="1"/>
      <dgm:spPr/>
      <dgm:t>
        <a:bodyPr/>
        <a:lstStyle/>
        <a:p>
          <a:pPr rtl="0"/>
          <a:r>
            <a:rPr lang="en-US" sz="1000" b="1" dirty="0" smtClean="0">
              <a:effectLst/>
            </a:rPr>
            <a:t>The electrical path length is shortened, increasing operating speed</a:t>
          </a:r>
        </a:p>
      </dgm:t>
    </dgm:pt>
    <dgm:pt modelId="{11F5D556-1EBA-3446-B76E-D7F2228000ED}" type="parTrans" cxnId="{D2A0ABD5-695B-B044-8F63-7563A3F7D76C}">
      <dgm:prSet/>
      <dgm:spPr/>
      <dgm:t>
        <a:bodyPr/>
        <a:lstStyle/>
        <a:p>
          <a:endParaRPr lang="en-US"/>
        </a:p>
      </dgm:t>
    </dgm:pt>
    <dgm:pt modelId="{6109DA0B-B19C-B241-A668-5D4631C27D39}" type="sibTrans" cxnId="{D2A0ABD5-695B-B044-8F63-7563A3F7D76C}">
      <dgm:prSet/>
      <dgm:spPr/>
      <dgm:t>
        <a:bodyPr/>
        <a:lstStyle/>
        <a:p>
          <a:endParaRPr lang="en-US"/>
        </a:p>
      </dgm:t>
    </dgm:pt>
    <dgm:pt modelId="{52E6D3D1-ABE1-3940-A3F1-FD380C960DD1}">
      <dgm:prSet custT="1"/>
      <dgm:spPr/>
      <dgm:t>
        <a:bodyPr/>
        <a:lstStyle/>
        <a:p>
          <a:pPr rtl="0"/>
          <a:r>
            <a:rPr lang="en-US" sz="900" b="1" dirty="0" smtClean="0">
              <a:effectLst/>
            </a:rPr>
            <a:t>Computer becomes smaller and is more convenient to use in a variety of environments</a:t>
          </a:r>
        </a:p>
      </dgm:t>
    </dgm:pt>
    <dgm:pt modelId="{B50FECC3-7EE9-3F44-B903-D1E4F55A26F2}" type="parTrans" cxnId="{79BBBC5F-A9F5-6C4B-A81B-56A2BD7B9031}">
      <dgm:prSet/>
      <dgm:spPr/>
      <dgm:t>
        <a:bodyPr/>
        <a:lstStyle/>
        <a:p>
          <a:endParaRPr lang="en-US"/>
        </a:p>
      </dgm:t>
    </dgm:pt>
    <dgm:pt modelId="{02C9860E-AA50-844C-A097-78F218E24063}" type="sibTrans" cxnId="{79BBBC5F-A9F5-6C4B-A81B-56A2BD7B9031}">
      <dgm:prSet/>
      <dgm:spPr/>
      <dgm:t>
        <a:bodyPr/>
        <a:lstStyle/>
        <a:p>
          <a:endParaRPr lang="en-US"/>
        </a:p>
      </dgm:t>
    </dgm:pt>
    <dgm:pt modelId="{9A9FCB9E-A1F1-0F41-9552-36D8BD5C236C}">
      <dgm:prSet custT="1"/>
      <dgm:spPr/>
      <dgm:t>
        <a:bodyPr/>
        <a:lstStyle/>
        <a:p>
          <a:pPr rtl="0"/>
          <a:r>
            <a:rPr lang="en-US" sz="1000" b="1" dirty="0" smtClean="0">
              <a:effectLst/>
            </a:rPr>
            <a:t>Reduction in power and cooling requirements</a:t>
          </a:r>
        </a:p>
      </dgm:t>
    </dgm:pt>
    <dgm:pt modelId="{C794FD44-F705-8245-BF16-E06D99C2C8F9}" type="parTrans" cxnId="{B932485B-FF0B-D548-8F89-799C03284F8F}">
      <dgm:prSet/>
      <dgm:spPr/>
      <dgm:t>
        <a:bodyPr/>
        <a:lstStyle/>
        <a:p>
          <a:endParaRPr lang="en-US"/>
        </a:p>
      </dgm:t>
    </dgm:pt>
    <dgm:pt modelId="{748BA313-798C-9640-8B3E-9FD17EBB82E1}" type="sibTrans" cxnId="{B932485B-FF0B-D548-8F89-799C03284F8F}">
      <dgm:prSet/>
      <dgm:spPr/>
      <dgm:t>
        <a:bodyPr/>
        <a:lstStyle/>
        <a:p>
          <a:endParaRPr lang="en-US"/>
        </a:p>
      </dgm:t>
    </dgm:pt>
    <dgm:pt modelId="{AEAA4B00-9826-6C43-9661-FBB2B391EB8C}">
      <dgm:prSet custT="1"/>
      <dgm:spPr/>
      <dgm:t>
        <a:bodyPr/>
        <a:lstStyle/>
        <a:p>
          <a:pPr rtl="0"/>
          <a:r>
            <a:rPr lang="en-US" sz="1000" b="1" dirty="0" smtClean="0">
              <a:effectLst/>
            </a:rPr>
            <a:t>Fewer interchip connections</a:t>
          </a:r>
        </a:p>
      </dgm:t>
    </dgm:pt>
    <dgm:pt modelId="{F60696E8-1AFF-4242-AFEC-48F064D37990}" type="parTrans" cxnId="{11AAA65A-544E-9C48-B494-C30A31DF58D4}">
      <dgm:prSet/>
      <dgm:spPr/>
      <dgm:t>
        <a:bodyPr/>
        <a:lstStyle/>
        <a:p>
          <a:endParaRPr lang="en-US"/>
        </a:p>
      </dgm:t>
    </dgm:pt>
    <dgm:pt modelId="{014429E6-A74A-D14D-9C28-1650F2B9EF4E}" type="sibTrans" cxnId="{11AAA65A-544E-9C48-B494-C30A31DF58D4}">
      <dgm:prSet/>
      <dgm:spPr/>
      <dgm:t>
        <a:bodyPr/>
        <a:lstStyle/>
        <a:p>
          <a:endParaRPr lang="en-US"/>
        </a:p>
      </dgm:t>
    </dgm:pt>
    <dgm:pt modelId="{4AE73C61-08A4-BB42-923D-F4637248A0CC}" type="pres">
      <dgm:prSet presAssocID="{D2585831-502D-374B-A192-B7BABC6D4047}" presName="Name0" presStyleCnt="0">
        <dgm:presLayoutVars>
          <dgm:chMax val="3"/>
          <dgm:chPref val="1"/>
          <dgm:dir/>
          <dgm:animLvl val="lvl"/>
          <dgm:resizeHandles/>
        </dgm:presLayoutVars>
      </dgm:prSet>
      <dgm:spPr/>
      <dgm:t>
        <a:bodyPr/>
        <a:lstStyle/>
        <a:p>
          <a:endParaRPr lang="en-US"/>
        </a:p>
      </dgm:t>
    </dgm:pt>
    <dgm:pt modelId="{37E71A41-6A0A-4144-ABAE-9065F23B6835}" type="pres">
      <dgm:prSet presAssocID="{D2585831-502D-374B-A192-B7BABC6D4047}" presName="outerBox" presStyleCnt="0"/>
      <dgm:spPr/>
    </dgm:pt>
    <dgm:pt modelId="{5C554690-5023-454D-81BF-0F8EF7FE64E8}" type="pres">
      <dgm:prSet presAssocID="{D2585831-502D-374B-A192-B7BABC6D4047}" presName="outerBoxParent" presStyleLbl="node1" presStyleIdx="0" presStyleCnt="3"/>
      <dgm:spPr/>
      <dgm:t>
        <a:bodyPr/>
        <a:lstStyle/>
        <a:p>
          <a:endParaRPr lang="en-US"/>
        </a:p>
      </dgm:t>
    </dgm:pt>
    <dgm:pt modelId="{DB13DB65-DE9F-594C-8582-A1FC74E9C6C0}" type="pres">
      <dgm:prSet presAssocID="{D2585831-502D-374B-A192-B7BABC6D4047}" presName="outerBoxChildren" presStyleCnt="0"/>
      <dgm:spPr/>
    </dgm:pt>
    <dgm:pt modelId="{6EEF0F2A-3A05-1E47-A263-FF215CF47948}" type="pres">
      <dgm:prSet presAssocID="{D2585831-502D-374B-A192-B7BABC6D4047}" presName="middleBox" presStyleCnt="0"/>
      <dgm:spPr/>
    </dgm:pt>
    <dgm:pt modelId="{B4B2A9B5-CBBA-C949-942A-35DE101CCDFE}" type="pres">
      <dgm:prSet presAssocID="{D2585831-502D-374B-A192-B7BABC6D4047}" presName="middleBoxParent" presStyleLbl="node1" presStyleIdx="1" presStyleCnt="3"/>
      <dgm:spPr/>
      <dgm:t>
        <a:bodyPr/>
        <a:lstStyle/>
        <a:p>
          <a:endParaRPr lang="en-US"/>
        </a:p>
      </dgm:t>
    </dgm:pt>
    <dgm:pt modelId="{34E8E3CA-E7C5-6D41-94BA-38DE703CBBA7}" type="pres">
      <dgm:prSet presAssocID="{D2585831-502D-374B-A192-B7BABC6D4047}" presName="middleBoxChildren" presStyleCnt="0"/>
      <dgm:spPr/>
    </dgm:pt>
    <dgm:pt modelId="{EA68CD54-2321-944A-9097-D8C9F2E9C2D9}" type="pres">
      <dgm:prSet presAssocID="{BAD1B133-3FB4-464C-A351-6F91810CD99E}" presName="mChild" presStyleLbl="fgAcc1" presStyleIdx="0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B03BA1D-91DF-8B4F-B43D-D1B478197768}" type="pres">
      <dgm:prSet presAssocID="{D2585831-502D-374B-A192-B7BABC6D4047}" presName="centerBox" presStyleCnt="0"/>
      <dgm:spPr/>
    </dgm:pt>
    <dgm:pt modelId="{9EC0930A-9BAA-D347-A334-BC7E180A4743}" type="pres">
      <dgm:prSet presAssocID="{D2585831-502D-374B-A192-B7BABC6D4047}" presName="centerBoxParent" presStyleLbl="node1" presStyleIdx="2" presStyleCnt="3"/>
      <dgm:spPr/>
      <dgm:t>
        <a:bodyPr/>
        <a:lstStyle/>
        <a:p>
          <a:endParaRPr lang="en-US"/>
        </a:p>
      </dgm:t>
    </dgm:pt>
    <dgm:pt modelId="{851B01E6-80ED-E345-8BEA-AD24321E99DF}" type="pres">
      <dgm:prSet presAssocID="{D2585831-502D-374B-A192-B7BABC6D4047}" presName="centerBoxChildren" presStyleCnt="0"/>
      <dgm:spPr/>
    </dgm:pt>
    <dgm:pt modelId="{91813869-71C4-7749-AA7F-6F71B8046448}" type="pres">
      <dgm:prSet presAssocID="{5BBA2911-4874-C74E-85E2-4C5F8F6462D9}" presName="cChild" presStyleLbl="fgAcc1" presStyleIdx="1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62C8E5A-DCDA-9C4F-BCCD-DA89BEF23B4E}" type="pres">
      <dgm:prSet presAssocID="{7F69016B-A921-584C-81B5-0FCF19B650FC}" presName="centerSibTrans" presStyleCnt="0"/>
      <dgm:spPr/>
    </dgm:pt>
    <dgm:pt modelId="{43D95310-0335-8948-925B-493826D68CA7}" type="pres">
      <dgm:prSet presAssocID="{6E822890-7F5D-BA48-A9ED-10EE404E778C}" presName="cChild" presStyleLbl="fgAcc1" presStyleIdx="2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E6DDC86-C701-C443-9AB2-0E9A35DB7AD9}" type="pres">
      <dgm:prSet presAssocID="{6109DA0B-B19C-B241-A668-5D4631C27D39}" presName="centerSibTrans" presStyleCnt="0"/>
      <dgm:spPr/>
    </dgm:pt>
    <dgm:pt modelId="{2BFD2A48-BAFB-C448-9560-380462349BFA}" type="pres">
      <dgm:prSet presAssocID="{52E6D3D1-ABE1-3940-A3F1-FD380C960DD1}" presName="cChild" presStyleLbl="fgAcc1" presStyleIdx="3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E95640C-67A1-F344-B8CD-301632A9C6A3}" type="pres">
      <dgm:prSet presAssocID="{02C9860E-AA50-844C-A097-78F218E24063}" presName="centerSibTrans" presStyleCnt="0"/>
      <dgm:spPr/>
    </dgm:pt>
    <dgm:pt modelId="{54116479-2825-CE4B-A0CD-356DD46D1C46}" type="pres">
      <dgm:prSet presAssocID="{9A9FCB9E-A1F1-0F41-9552-36D8BD5C236C}" presName="cChild" presStyleLbl="fgAcc1" presStyleIdx="4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DF3239A-57F4-AF43-97AF-9D01BB7064C9}" type="pres">
      <dgm:prSet presAssocID="{748BA313-798C-9640-8B3E-9FD17EBB82E1}" presName="centerSibTrans" presStyleCnt="0"/>
      <dgm:spPr/>
    </dgm:pt>
    <dgm:pt modelId="{A184587C-4EF5-0248-B0F8-E4E73CF3787B}" type="pres">
      <dgm:prSet presAssocID="{AEAA4B00-9826-6C43-9661-FBB2B391EB8C}" presName="cChild" presStyleLbl="fgAcc1" presStyleIdx="5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B932485B-FF0B-D548-8F89-799C03284F8F}" srcId="{7F79720F-E377-5344-9A85-AFB0F93B85CF}" destId="{9A9FCB9E-A1F1-0F41-9552-36D8BD5C236C}" srcOrd="3" destOrd="0" parTransId="{C794FD44-F705-8245-BF16-E06D99C2C8F9}" sibTransId="{748BA313-798C-9640-8B3E-9FD17EBB82E1}"/>
    <dgm:cxn modelId="{713E7D03-B055-FB42-8E27-EC1D78EA836A}" srcId="{D2585831-502D-374B-A192-B7BABC6D4047}" destId="{7F79720F-E377-5344-9A85-AFB0F93B85CF}" srcOrd="2" destOrd="0" parTransId="{933050AB-57FE-6E4F-A535-D08658AB3A89}" sibTransId="{2A2AA238-1DFB-F64F-94B6-D6F5F0EE73CB}"/>
    <dgm:cxn modelId="{11AAA65A-544E-9C48-B494-C30A31DF58D4}" srcId="{7F79720F-E377-5344-9A85-AFB0F93B85CF}" destId="{AEAA4B00-9826-6C43-9661-FBB2B391EB8C}" srcOrd="4" destOrd="0" parTransId="{F60696E8-1AFF-4242-AFEC-48F064D37990}" sibTransId="{014429E6-A74A-D14D-9C28-1650F2B9EF4E}"/>
    <dgm:cxn modelId="{4847154F-8122-E545-BFE9-FE0D2254CA64}" srcId="{F661BF27-3B17-DD40-95C5-81C23D7C8061}" destId="{BAD1B133-3FB4-464C-A351-6F91810CD99E}" srcOrd="0" destOrd="0" parTransId="{736A4E65-B531-E547-B202-8F8898FAB6E9}" sibTransId="{86F678DF-B5F7-8C4B-8A6C-FD1FE14096F1}"/>
    <dgm:cxn modelId="{73D5FC92-0C6A-B84F-922C-ECFC87387A3A}" type="presOf" srcId="{9A9FCB9E-A1F1-0F41-9552-36D8BD5C236C}" destId="{54116479-2825-CE4B-A0CD-356DD46D1C46}" srcOrd="0" destOrd="0" presId="urn:microsoft.com/office/officeart/2005/8/layout/target2"/>
    <dgm:cxn modelId="{C878F039-0BE5-7B4C-A238-12542864A3CD}" srcId="{D2585831-502D-374B-A192-B7BABC6D4047}" destId="{F661BF27-3B17-DD40-95C5-81C23D7C8061}" srcOrd="1" destOrd="0" parTransId="{CE9AFAC9-BEB6-734D-8EE3-122E2573F04B}" sibTransId="{0AA3D669-0874-F54C-9B68-AB116181B3C4}"/>
    <dgm:cxn modelId="{79BBBC5F-A9F5-6C4B-A81B-56A2BD7B9031}" srcId="{7F79720F-E377-5344-9A85-AFB0F93B85CF}" destId="{52E6D3D1-ABE1-3940-A3F1-FD380C960DD1}" srcOrd="2" destOrd="0" parTransId="{B50FECC3-7EE9-3F44-B903-D1E4F55A26F2}" sibTransId="{02C9860E-AA50-844C-A097-78F218E24063}"/>
    <dgm:cxn modelId="{A50FDAFF-E888-4141-ABE8-EB107623D90C}" srcId="{7F79720F-E377-5344-9A85-AFB0F93B85CF}" destId="{5BBA2911-4874-C74E-85E2-4C5F8F6462D9}" srcOrd="0" destOrd="0" parTransId="{72E3CE4C-AB68-E447-8363-547C71E9E9EE}" sibTransId="{7F69016B-A921-584C-81B5-0FCF19B650FC}"/>
    <dgm:cxn modelId="{EC967378-EF2D-2F49-A58D-666D3F10710A}" type="presOf" srcId="{D2585831-502D-374B-A192-B7BABC6D4047}" destId="{4AE73C61-08A4-BB42-923D-F4637248A0CC}" srcOrd="0" destOrd="0" presId="urn:microsoft.com/office/officeart/2005/8/layout/target2"/>
    <dgm:cxn modelId="{EBFB2065-70AC-634F-9106-15350295E7C0}" type="presOf" srcId="{9083D836-F9C2-FD40-994A-FBDB3E6A01B7}" destId="{5C554690-5023-454D-81BF-0F8EF7FE64E8}" srcOrd="0" destOrd="0" presId="urn:microsoft.com/office/officeart/2005/8/layout/target2"/>
    <dgm:cxn modelId="{E2603531-5F20-CE45-9858-DE160B1DB11B}" type="presOf" srcId="{BAD1B133-3FB4-464C-A351-6F91810CD99E}" destId="{EA68CD54-2321-944A-9097-D8C9F2E9C2D9}" srcOrd="0" destOrd="0" presId="urn:microsoft.com/office/officeart/2005/8/layout/target2"/>
    <dgm:cxn modelId="{1D739A12-BF55-DC41-95D7-44534B3DA802}" type="presOf" srcId="{52E6D3D1-ABE1-3940-A3F1-FD380C960DD1}" destId="{2BFD2A48-BAFB-C448-9560-380462349BFA}" srcOrd="0" destOrd="0" presId="urn:microsoft.com/office/officeart/2005/8/layout/target2"/>
    <dgm:cxn modelId="{738ED420-E179-7140-830C-F6490FDE712E}" type="presOf" srcId="{AEAA4B00-9826-6C43-9661-FBB2B391EB8C}" destId="{A184587C-4EF5-0248-B0F8-E4E73CF3787B}" srcOrd="0" destOrd="0" presId="urn:microsoft.com/office/officeart/2005/8/layout/target2"/>
    <dgm:cxn modelId="{92844F37-A0C1-3A4B-A3D1-EA7FE912A5BE}" type="presOf" srcId="{5BBA2911-4874-C74E-85E2-4C5F8F6462D9}" destId="{91813869-71C4-7749-AA7F-6F71B8046448}" srcOrd="0" destOrd="0" presId="urn:microsoft.com/office/officeart/2005/8/layout/target2"/>
    <dgm:cxn modelId="{419F25A2-6172-1E4C-87C9-FAF76326800E}" type="presOf" srcId="{6E822890-7F5D-BA48-A9ED-10EE404E778C}" destId="{43D95310-0335-8948-925B-493826D68CA7}" srcOrd="0" destOrd="0" presId="urn:microsoft.com/office/officeart/2005/8/layout/target2"/>
    <dgm:cxn modelId="{2C9A8C07-B658-9D4D-BE2E-E9C07797103D}" srcId="{D2585831-502D-374B-A192-B7BABC6D4047}" destId="{9083D836-F9C2-FD40-994A-FBDB3E6A01B7}" srcOrd="0" destOrd="0" parTransId="{BEC757D0-ECF8-C74C-9713-97041B080D64}" sibTransId="{8036F8FD-772A-904A-A70C-A16E59E6D5BD}"/>
    <dgm:cxn modelId="{6EA3BCFB-58E3-C44E-A537-3AEBDE3DEB6C}" type="presOf" srcId="{7F79720F-E377-5344-9A85-AFB0F93B85CF}" destId="{9EC0930A-9BAA-D347-A334-BC7E180A4743}" srcOrd="0" destOrd="0" presId="urn:microsoft.com/office/officeart/2005/8/layout/target2"/>
    <dgm:cxn modelId="{D2A0ABD5-695B-B044-8F63-7563A3F7D76C}" srcId="{7F79720F-E377-5344-9A85-AFB0F93B85CF}" destId="{6E822890-7F5D-BA48-A9ED-10EE404E778C}" srcOrd="1" destOrd="0" parTransId="{11F5D556-1EBA-3446-B76E-D7F2228000ED}" sibTransId="{6109DA0B-B19C-B241-A668-5D4631C27D39}"/>
    <dgm:cxn modelId="{1B18F078-1BA2-034E-9945-C797C8211CFC}" type="presOf" srcId="{F661BF27-3B17-DD40-95C5-81C23D7C8061}" destId="{B4B2A9B5-CBBA-C949-942A-35DE101CCDFE}" srcOrd="0" destOrd="0" presId="urn:microsoft.com/office/officeart/2005/8/layout/target2"/>
    <dgm:cxn modelId="{8FD41C8E-4E1F-214D-9C65-F375BAE46288}" type="presParOf" srcId="{4AE73C61-08A4-BB42-923D-F4637248A0CC}" destId="{37E71A41-6A0A-4144-ABAE-9065F23B6835}" srcOrd="0" destOrd="0" presId="urn:microsoft.com/office/officeart/2005/8/layout/target2"/>
    <dgm:cxn modelId="{209D6477-BEC6-954B-A73E-EC0D1212BC72}" type="presParOf" srcId="{37E71A41-6A0A-4144-ABAE-9065F23B6835}" destId="{5C554690-5023-454D-81BF-0F8EF7FE64E8}" srcOrd="0" destOrd="0" presId="urn:microsoft.com/office/officeart/2005/8/layout/target2"/>
    <dgm:cxn modelId="{B963F1C6-3894-7646-AE19-95EDF01B93CB}" type="presParOf" srcId="{37E71A41-6A0A-4144-ABAE-9065F23B6835}" destId="{DB13DB65-DE9F-594C-8582-A1FC74E9C6C0}" srcOrd="1" destOrd="0" presId="urn:microsoft.com/office/officeart/2005/8/layout/target2"/>
    <dgm:cxn modelId="{A640C6E0-3FDD-484A-B5C6-E9FACD7285C4}" type="presParOf" srcId="{4AE73C61-08A4-BB42-923D-F4637248A0CC}" destId="{6EEF0F2A-3A05-1E47-A263-FF215CF47948}" srcOrd="1" destOrd="0" presId="urn:microsoft.com/office/officeart/2005/8/layout/target2"/>
    <dgm:cxn modelId="{8EB310A5-6646-3C4E-81DE-DDE1F6AFF5A3}" type="presParOf" srcId="{6EEF0F2A-3A05-1E47-A263-FF215CF47948}" destId="{B4B2A9B5-CBBA-C949-942A-35DE101CCDFE}" srcOrd="0" destOrd="0" presId="urn:microsoft.com/office/officeart/2005/8/layout/target2"/>
    <dgm:cxn modelId="{3282E47D-33B9-1945-9A66-87AAC67252DA}" type="presParOf" srcId="{6EEF0F2A-3A05-1E47-A263-FF215CF47948}" destId="{34E8E3CA-E7C5-6D41-94BA-38DE703CBBA7}" srcOrd="1" destOrd="0" presId="urn:microsoft.com/office/officeart/2005/8/layout/target2"/>
    <dgm:cxn modelId="{C04EF3CF-D1BE-0440-8299-8819D351F4A3}" type="presParOf" srcId="{34E8E3CA-E7C5-6D41-94BA-38DE703CBBA7}" destId="{EA68CD54-2321-944A-9097-D8C9F2E9C2D9}" srcOrd="0" destOrd="0" presId="urn:microsoft.com/office/officeart/2005/8/layout/target2"/>
    <dgm:cxn modelId="{FDF40D59-3418-2F44-974A-C86B32291D50}" type="presParOf" srcId="{4AE73C61-08A4-BB42-923D-F4637248A0CC}" destId="{AB03BA1D-91DF-8B4F-B43D-D1B478197768}" srcOrd="2" destOrd="0" presId="urn:microsoft.com/office/officeart/2005/8/layout/target2"/>
    <dgm:cxn modelId="{717692A5-B1B4-C64E-A73E-0620C63BD505}" type="presParOf" srcId="{AB03BA1D-91DF-8B4F-B43D-D1B478197768}" destId="{9EC0930A-9BAA-D347-A334-BC7E180A4743}" srcOrd="0" destOrd="0" presId="urn:microsoft.com/office/officeart/2005/8/layout/target2"/>
    <dgm:cxn modelId="{BACD1A9A-5234-0240-9731-6AE7ED6688F2}" type="presParOf" srcId="{AB03BA1D-91DF-8B4F-B43D-D1B478197768}" destId="{851B01E6-80ED-E345-8BEA-AD24321E99DF}" srcOrd="1" destOrd="0" presId="urn:microsoft.com/office/officeart/2005/8/layout/target2"/>
    <dgm:cxn modelId="{5CF5674F-D90D-7F48-9806-036B8A44A5BD}" type="presParOf" srcId="{851B01E6-80ED-E345-8BEA-AD24321E99DF}" destId="{91813869-71C4-7749-AA7F-6F71B8046448}" srcOrd="0" destOrd="0" presId="urn:microsoft.com/office/officeart/2005/8/layout/target2"/>
    <dgm:cxn modelId="{FF8C1DCC-0A73-E349-91FF-5D465735552E}" type="presParOf" srcId="{851B01E6-80ED-E345-8BEA-AD24321E99DF}" destId="{D62C8E5A-DCDA-9C4F-BCCD-DA89BEF23B4E}" srcOrd="1" destOrd="0" presId="urn:microsoft.com/office/officeart/2005/8/layout/target2"/>
    <dgm:cxn modelId="{D42EF6A1-BB23-FB4E-93F4-0A4F7BFB5786}" type="presParOf" srcId="{851B01E6-80ED-E345-8BEA-AD24321E99DF}" destId="{43D95310-0335-8948-925B-493826D68CA7}" srcOrd="2" destOrd="0" presId="urn:microsoft.com/office/officeart/2005/8/layout/target2"/>
    <dgm:cxn modelId="{AA066FFB-A298-E14E-A460-DCEBF08503C8}" type="presParOf" srcId="{851B01E6-80ED-E345-8BEA-AD24321E99DF}" destId="{4E6DDC86-C701-C443-9AB2-0E9A35DB7AD9}" srcOrd="3" destOrd="0" presId="urn:microsoft.com/office/officeart/2005/8/layout/target2"/>
    <dgm:cxn modelId="{C9362797-5603-9B45-AC58-50E267A57E57}" type="presParOf" srcId="{851B01E6-80ED-E345-8BEA-AD24321E99DF}" destId="{2BFD2A48-BAFB-C448-9560-380462349BFA}" srcOrd="4" destOrd="0" presId="urn:microsoft.com/office/officeart/2005/8/layout/target2"/>
    <dgm:cxn modelId="{E61CC6EF-A599-694B-B7F1-565DF55B4195}" type="presParOf" srcId="{851B01E6-80ED-E345-8BEA-AD24321E99DF}" destId="{7E95640C-67A1-F344-B8CD-301632A9C6A3}" srcOrd="5" destOrd="0" presId="urn:microsoft.com/office/officeart/2005/8/layout/target2"/>
    <dgm:cxn modelId="{33E3F678-721F-1648-8442-2D24DC034500}" type="presParOf" srcId="{851B01E6-80ED-E345-8BEA-AD24321E99DF}" destId="{54116479-2825-CE4B-A0CD-356DD46D1C46}" srcOrd="6" destOrd="0" presId="urn:microsoft.com/office/officeart/2005/8/layout/target2"/>
    <dgm:cxn modelId="{AC17F213-1349-B240-BFEC-65CF5BCE6CDF}" type="presParOf" srcId="{851B01E6-80ED-E345-8BEA-AD24321E99DF}" destId="{EDF3239A-57F4-AF43-97AF-9D01BB7064C9}" srcOrd="7" destOrd="0" presId="urn:microsoft.com/office/officeart/2005/8/layout/target2"/>
    <dgm:cxn modelId="{35ED64D6-DFAA-424E-A2F4-64BC09AE9DC8}" type="presParOf" srcId="{851B01E6-80ED-E345-8BEA-AD24321E99DF}" destId="{A184587C-4EF5-0248-B0F8-E4E73CF3787B}" srcOrd="8" destOrd="0" presId="urn:microsoft.com/office/officeart/2005/8/layout/targe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D086756-9340-CC4D-BCEF-1ECC83EF5966}" type="doc">
      <dgm:prSet loTypeId="urn:microsoft.com/office/officeart/2005/8/layout/default" loCatId="" qsTypeId="urn:microsoft.com/office/officeart/2005/8/quickstyle/simple4" qsCatId="simple" csTypeId="urn:microsoft.com/office/officeart/2005/8/colors/colorful4" csCatId="colorful"/>
      <dgm:spPr/>
      <dgm:t>
        <a:bodyPr/>
        <a:lstStyle/>
        <a:p>
          <a:endParaRPr lang="en-US"/>
        </a:p>
      </dgm:t>
    </dgm:pt>
    <dgm:pt modelId="{E7A776DE-3184-7C48-A44E-5E7EE8DE3657}">
      <dgm:prSet/>
      <dgm:spPr/>
      <dgm:t>
        <a:bodyPr/>
        <a:lstStyle/>
        <a:p>
          <a:pPr rtl="0"/>
          <a:r>
            <a:rPr lang="en-US" dirty="0" smtClean="0">
              <a:solidFill>
                <a:schemeClr val="accent2"/>
              </a:solidFill>
            </a:rPr>
            <a:t>Similar or identical instruction set</a:t>
          </a:r>
          <a:endParaRPr lang="en-US" dirty="0">
            <a:solidFill>
              <a:schemeClr val="accent2"/>
            </a:solidFill>
          </a:endParaRPr>
        </a:p>
      </dgm:t>
    </dgm:pt>
    <dgm:pt modelId="{C903CEEE-1436-024B-89F9-9AB6AF873E4F}" type="parTrans" cxnId="{57620C15-6600-5245-8223-05AD5CA3B9B5}">
      <dgm:prSet/>
      <dgm:spPr/>
      <dgm:t>
        <a:bodyPr/>
        <a:lstStyle/>
        <a:p>
          <a:endParaRPr lang="en-US"/>
        </a:p>
      </dgm:t>
    </dgm:pt>
    <dgm:pt modelId="{9702BBB8-23B2-804D-AB11-BFBF4E18C6BE}" type="sibTrans" cxnId="{57620C15-6600-5245-8223-05AD5CA3B9B5}">
      <dgm:prSet/>
      <dgm:spPr/>
      <dgm:t>
        <a:bodyPr/>
        <a:lstStyle/>
        <a:p>
          <a:endParaRPr lang="en-US"/>
        </a:p>
      </dgm:t>
    </dgm:pt>
    <dgm:pt modelId="{4041758A-6176-8B48-9F0A-5FE9B64AB8AF}">
      <dgm:prSet/>
      <dgm:spPr/>
      <dgm:t>
        <a:bodyPr/>
        <a:lstStyle/>
        <a:p>
          <a:pPr rtl="0"/>
          <a:r>
            <a:rPr lang="en-US" dirty="0" smtClean="0">
              <a:solidFill>
                <a:schemeClr val="accent2"/>
              </a:solidFill>
            </a:rPr>
            <a:t>Similar or identical operating system</a:t>
          </a:r>
          <a:endParaRPr lang="en-US" dirty="0">
            <a:solidFill>
              <a:schemeClr val="accent2"/>
            </a:solidFill>
          </a:endParaRPr>
        </a:p>
      </dgm:t>
    </dgm:pt>
    <dgm:pt modelId="{2583CDCE-EBBE-DB4F-917E-6964FFC17206}" type="parTrans" cxnId="{7126A58E-EC5F-8E43-9123-337C69CD8606}">
      <dgm:prSet/>
      <dgm:spPr/>
      <dgm:t>
        <a:bodyPr/>
        <a:lstStyle/>
        <a:p>
          <a:endParaRPr lang="en-US"/>
        </a:p>
      </dgm:t>
    </dgm:pt>
    <dgm:pt modelId="{9197F951-3974-BD4B-BA62-57B4B9695B88}" type="sibTrans" cxnId="{7126A58E-EC5F-8E43-9123-337C69CD8606}">
      <dgm:prSet/>
      <dgm:spPr/>
      <dgm:t>
        <a:bodyPr/>
        <a:lstStyle/>
        <a:p>
          <a:endParaRPr lang="en-US"/>
        </a:p>
      </dgm:t>
    </dgm:pt>
    <dgm:pt modelId="{17B10B5B-48A1-9046-A570-AAFE9F574D7C}">
      <dgm:prSet/>
      <dgm:spPr/>
      <dgm:t>
        <a:bodyPr/>
        <a:lstStyle/>
        <a:p>
          <a:pPr rtl="0"/>
          <a:r>
            <a:rPr lang="en-US" smtClean="0">
              <a:solidFill>
                <a:schemeClr val="accent2"/>
              </a:solidFill>
            </a:rPr>
            <a:t>Increasing speed</a:t>
          </a:r>
          <a:endParaRPr lang="en-US">
            <a:solidFill>
              <a:schemeClr val="accent2"/>
            </a:solidFill>
          </a:endParaRPr>
        </a:p>
      </dgm:t>
    </dgm:pt>
    <dgm:pt modelId="{B9E952B7-4C8F-9C42-B730-0EABB51E0035}" type="parTrans" cxnId="{C256BE7F-901A-0C47-96D0-CB54D67B335A}">
      <dgm:prSet/>
      <dgm:spPr/>
      <dgm:t>
        <a:bodyPr/>
        <a:lstStyle/>
        <a:p>
          <a:endParaRPr lang="en-US"/>
        </a:p>
      </dgm:t>
    </dgm:pt>
    <dgm:pt modelId="{DC63F2D3-C912-8A47-9726-69E05EC71A54}" type="sibTrans" cxnId="{C256BE7F-901A-0C47-96D0-CB54D67B335A}">
      <dgm:prSet/>
      <dgm:spPr/>
      <dgm:t>
        <a:bodyPr/>
        <a:lstStyle/>
        <a:p>
          <a:endParaRPr lang="en-US"/>
        </a:p>
      </dgm:t>
    </dgm:pt>
    <dgm:pt modelId="{6F593652-15FE-B845-853F-D9FB1C33923D}">
      <dgm:prSet/>
      <dgm:spPr/>
      <dgm:t>
        <a:bodyPr/>
        <a:lstStyle/>
        <a:p>
          <a:pPr rtl="0"/>
          <a:r>
            <a:rPr lang="en-US" dirty="0" smtClean="0">
              <a:solidFill>
                <a:schemeClr val="accent2"/>
              </a:solidFill>
            </a:rPr>
            <a:t>Increasing number of I/O ports</a:t>
          </a:r>
          <a:endParaRPr lang="en-US" dirty="0">
            <a:solidFill>
              <a:schemeClr val="accent2"/>
            </a:solidFill>
          </a:endParaRPr>
        </a:p>
      </dgm:t>
    </dgm:pt>
    <dgm:pt modelId="{86F831F1-2B58-E546-AE8B-84482F4E44A3}" type="parTrans" cxnId="{53B42228-9A36-5B49-9682-60C76A230E44}">
      <dgm:prSet/>
      <dgm:spPr/>
      <dgm:t>
        <a:bodyPr/>
        <a:lstStyle/>
        <a:p>
          <a:endParaRPr lang="en-US"/>
        </a:p>
      </dgm:t>
    </dgm:pt>
    <dgm:pt modelId="{13E47EFC-7E84-004E-AF57-BCEF66A00619}" type="sibTrans" cxnId="{53B42228-9A36-5B49-9682-60C76A230E44}">
      <dgm:prSet/>
      <dgm:spPr/>
      <dgm:t>
        <a:bodyPr/>
        <a:lstStyle/>
        <a:p>
          <a:endParaRPr lang="en-US"/>
        </a:p>
      </dgm:t>
    </dgm:pt>
    <dgm:pt modelId="{15096F3B-8F59-6A4B-A839-A3D5B9C0ACC0}">
      <dgm:prSet/>
      <dgm:spPr/>
      <dgm:t>
        <a:bodyPr/>
        <a:lstStyle/>
        <a:p>
          <a:pPr rtl="0"/>
          <a:r>
            <a:rPr lang="en-US" dirty="0" smtClean="0">
              <a:solidFill>
                <a:schemeClr val="accent2"/>
              </a:solidFill>
            </a:rPr>
            <a:t>Increasing memory size</a:t>
          </a:r>
          <a:endParaRPr lang="en-US" dirty="0">
            <a:solidFill>
              <a:schemeClr val="accent2"/>
            </a:solidFill>
          </a:endParaRPr>
        </a:p>
      </dgm:t>
    </dgm:pt>
    <dgm:pt modelId="{C4DCA971-8828-EB4A-B319-DE29D631F50F}" type="parTrans" cxnId="{0EC19165-EE52-5541-903B-AB915A00FB0D}">
      <dgm:prSet/>
      <dgm:spPr/>
      <dgm:t>
        <a:bodyPr/>
        <a:lstStyle/>
        <a:p>
          <a:endParaRPr lang="en-US"/>
        </a:p>
      </dgm:t>
    </dgm:pt>
    <dgm:pt modelId="{E59FDC0B-A596-244A-9068-9B93468BC4DA}" type="sibTrans" cxnId="{0EC19165-EE52-5541-903B-AB915A00FB0D}">
      <dgm:prSet/>
      <dgm:spPr/>
      <dgm:t>
        <a:bodyPr/>
        <a:lstStyle/>
        <a:p>
          <a:endParaRPr lang="en-US"/>
        </a:p>
      </dgm:t>
    </dgm:pt>
    <dgm:pt modelId="{2B665855-247F-4445-BE01-D8DF9FD46608}">
      <dgm:prSet/>
      <dgm:spPr/>
      <dgm:t>
        <a:bodyPr/>
        <a:lstStyle/>
        <a:p>
          <a:pPr rtl="0"/>
          <a:r>
            <a:rPr lang="en-US" dirty="0" smtClean="0">
              <a:solidFill>
                <a:schemeClr val="accent2"/>
              </a:solidFill>
            </a:rPr>
            <a:t>Increasing cost</a:t>
          </a:r>
          <a:endParaRPr lang="en-US" dirty="0">
            <a:solidFill>
              <a:schemeClr val="accent2"/>
            </a:solidFill>
          </a:endParaRPr>
        </a:p>
      </dgm:t>
    </dgm:pt>
    <dgm:pt modelId="{435C9407-07A4-4A44-B54F-9157EC0DB333}" type="parTrans" cxnId="{F60F7EB9-FFFA-8C40-AA79-94CD39CCB253}">
      <dgm:prSet/>
      <dgm:spPr/>
      <dgm:t>
        <a:bodyPr/>
        <a:lstStyle/>
        <a:p>
          <a:endParaRPr lang="en-US"/>
        </a:p>
      </dgm:t>
    </dgm:pt>
    <dgm:pt modelId="{986CDAEE-2E12-9548-B917-3B02E5EFFBCA}" type="sibTrans" cxnId="{F60F7EB9-FFFA-8C40-AA79-94CD39CCB253}">
      <dgm:prSet/>
      <dgm:spPr/>
      <dgm:t>
        <a:bodyPr/>
        <a:lstStyle/>
        <a:p>
          <a:endParaRPr lang="en-US"/>
        </a:p>
      </dgm:t>
    </dgm:pt>
    <dgm:pt modelId="{17A89A7A-C69F-0A43-ADC0-185768423672}" type="pres">
      <dgm:prSet presAssocID="{BD086756-9340-CC4D-BCEF-1ECC83EF5966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4B3A8F4-DBAF-054A-87E9-CA4C80492978}" type="pres">
      <dgm:prSet presAssocID="{E7A776DE-3184-7C48-A44E-5E7EE8DE3657}" presName="node" presStyleLbl="node1" presStyleIdx="0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1C193AC-2B15-334F-918C-BF5527E5C8C8}" type="pres">
      <dgm:prSet presAssocID="{9702BBB8-23B2-804D-AB11-BFBF4E18C6BE}" presName="sibTrans" presStyleCnt="0"/>
      <dgm:spPr/>
    </dgm:pt>
    <dgm:pt modelId="{FA582ED2-3C35-2B4C-AC47-158238A97EAA}" type="pres">
      <dgm:prSet presAssocID="{4041758A-6176-8B48-9F0A-5FE9B64AB8AF}" presName="node" presStyleLbl="node1" presStyleIdx="1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00B1368-6A1F-534B-86B8-20690B960D15}" type="pres">
      <dgm:prSet presAssocID="{9197F951-3974-BD4B-BA62-57B4B9695B88}" presName="sibTrans" presStyleCnt="0"/>
      <dgm:spPr/>
    </dgm:pt>
    <dgm:pt modelId="{BA977F84-EBC6-3949-BAD4-AEC214C55B5C}" type="pres">
      <dgm:prSet presAssocID="{17B10B5B-48A1-9046-A570-AAFE9F574D7C}" presName="node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8190330-610B-F04A-8928-24A9D6C44ACB}" type="pres">
      <dgm:prSet presAssocID="{DC63F2D3-C912-8A47-9726-69E05EC71A54}" presName="sibTrans" presStyleCnt="0"/>
      <dgm:spPr/>
    </dgm:pt>
    <dgm:pt modelId="{35EA873F-5D1B-7546-86AF-A04E826F38F3}" type="pres">
      <dgm:prSet presAssocID="{6F593652-15FE-B845-853F-D9FB1C33923D}" presName="node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2F792A4-B292-CF45-B42E-9DD6958E7FB4}" type="pres">
      <dgm:prSet presAssocID="{13E47EFC-7E84-004E-AF57-BCEF66A00619}" presName="sibTrans" presStyleCnt="0"/>
      <dgm:spPr/>
    </dgm:pt>
    <dgm:pt modelId="{F226B956-3E06-634C-B7F5-82D87DA21273}" type="pres">
      <dgm:prSet presAssocID="{15096F3B-8F59-6A4B-A839-A3D5B9C0ACC0}" presName="node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4B8C96-225B-AA43-9EC6-C3731FBADF03}" type="pres">
      <dgm:prSet presAssocID="{E59FDC0B-A596-244A-9068-9B93468BC4DA}" presName="sibTrans" presStyleCnt="0"/>
      <dgm:spPr/>
    </dgm:pt>
    <dgm:pt modelId="{01FD6AEA-3BB6-E743-B79F-A693BB80D0A8}" type="pres">
      <dgm:prSet presAssocID="{2B665855-247F-4445-BE01-D8DF9FD46608}" presName="node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C256BE7F-901A-0C47-96D0-CB54D67B335A}" srcId="{BD086756-9340-CC4D-BCEF-1ECC83EF5966}" destId="{17B10B5B-48A1-9046-A570-AAFE9F574D7C}" srcOrd="2" destOrd="0" parTransId="{B9E952B7-4C8F-9C42-B730-0EABB51E0035}" sibTransId="{DC63F2D3-C912-8A47-9726-69E05EC71A54}"/>
    <dgm:cxn modelId="{5BC15D3A-6E4A-FD46-90B4-D06D3DABACA0}" type="presOf" srcId="{BD086756-9340-CC4D-BCEF-1ECC83EF5966}" destId="{17A89A7A-C69F-0A43-ADC0-185768423672}" srcOrd="0" destOrd="0" presId="urn:microsoft.com/office/officeart/2005/8/layout/default"/>
    <dgm:cxn modelId="{F60F7EB9-FFFA-8C40-AA79-94CD39CCB253}" srcId="{BD086756-9340-CC4D-BCEF-1ECC83EF5966}" destId="{2B665855-247F-4445-BE01-D8DF9FD46608}" srcOrd="5" destOrd="0" parTransId="{435C9407-07A4-4A44-B54F-9157EC0DB333}" sibTransId="{986CDAEE-2E12-9548-B917-3B02E5EFFBCA}"/>
    <dgm:cxn modelId="{7126A58E-EC5F-8E43-9123-337C69CD8606}" srcId="{BD086756-9340-CC4D-BCEF-1ECC83EF5966}" destId="{4041758A-6176-8B48-9F0A-5FE9B64AB8AF}" srcOrd="1" destOrd="0" parTransId="{2583CDCE-EBBE-DB4F-917E-6964FFC17206}" sibTransId="{9197F951-3974-BD4B-BA62-57B4B9695B88}"/>
    <dgm:cxn modelId="{1F01ABD1-520C-D24C-A266-13AFD4E41CCD}" type="presOf" srcId="{2B665855-247F-4445-BE01-D8DF9FD46608}" destId="{01FD6AEA-3BB6-E743-B79F-A693BB80D0A8}" srcOrd="0" destOrd="0" presId="urn:microsoft.com/office/officeart/2005/8/layout/default"/>
    <dgm:cxn modelId="{C7646808-ECD6-784D-AB69-3E384127B29B}" type="presOf" srcId="{4041758A-6176-8B48-9F0A-5FE9B64AB8AF}" destId="{FA582ED2-3C35-2B4C-AC47-158238A97EAA}" srcOrd="0" destOrd="0" presId="urn:microsoft.com/office/officeart/2005/8/layout/default"/>
    <dgm:cxn modelId="{53B42228-9A36-5B49-9682-60C76A230E44}" srcId="{BD086756-9340-CC4D-BCEF-1ECC83EF5966}" destId="{6F593652-15FE-B845-853F-D9FB1C33923D}" srcOrd="3" destOrd="0" parTransId="{86F831F1-2B58-E546-AE8B-84482F4E44A3}" sibTransId="{13E47EFC-7E84-004E-AF57-BCEF66A00619}"/>
    <dgm:cxn modelId="{86F9FC88-5702-274B-A6A2-25224B73E034}" type="presOf" srcId="{6F593652-15FE-B845-853F-D9FB1C33923D}" destId="{35EA873F-5D1B-7546-86AF-A04E826F38F3}" srcOrd="0" destOrd="0" presId="urn:microsoft.com/office/officeart/2005/8/layout/default"/>
    <dgm:cxn modelId="{C2C964A2-D7D6-F748-9061-B75AEEA7D8E2}" type="presOf" srcId="{E7A776DE-3184-7C48-A44E-5E7EE8DE3657}" destId="{E4B3A8F4-DBAF-054A-87E9-CA4C80492978}" srcOrd="0" destOrd="0" presId="urn:microsoft.com/office/officeart/2005/8/layout/default"/>
    <dgm:cxn modelId="{85E6A099-0C75-2245-8E4A-DAD919DF5553}" type="presOf" srcId="{15096F3B-8F59-6A4B-A839-A3D5B9C0ACC0}" destId="{F226B956-3E06-634C-B7F5-82D87DA21273}" srcOrd="0" destOrd="0" presId="urn:microsoft.com/office/officeart/2005/8/layout/default"/>
    <dgm:cxn modelId="{57620C15-6600-5245-8223-05AD5CA3B9B5}" srcId="{BD086756-9340-CC4D-BCEF-1ECC83EF5966}" destId="{E7A776DE-3184-7C48-A44E-5E7EE8DE3657}" srcOrd="0" destOrd="0" parTransId="{C903CEEE-1436-024B-89F9-9AB6AF873E4F}" sibTransId="{9702BBB8-23B2-804D-AB11-BFBF4E18C6BE}"/>
    <dgm:cxn modelId="{C02F3013-68FA-FD45-90E7-61B19E31FB23}" type="presOf" srcId="{17B10B5B-48A1-9046-A570-AAFE9F574D7C}" destId="{BA977F84-EBC6-3949-BAD4-AEC214C55B5C}" srcOrd="0" destOrd="0" presId="urn:microsoft.com/office/officeart/2005/8/layout/default"/>
    <dgm:cxn modelId="{0EC19165-EE52-5541-903B-AB915A00FB0D}" srcId="{BD086756-9340-CC4D-BCEF-1ECC83EF5966}" destId="{15096F3B-8F59-6A4B-A839-A3D5B9C0ACC0}" srcOrd="4" destOrd="0" parTransId="{C4DCA971-8828-EB4A-B319-DE29D631F50F}" sibTransId="{E59FDC0B-A596-244A-9068-9B93468BC4DA}"/>
    <dgm:cxn modelId="{796C4E00-4DB1-4B4F-B7A4-006D8A0479D7}" type="presParOf" srcId="{17A89A7A-C69F-0A43-ADC0-185768423672}" destId="{E4B3A8F4-DBAF-054A-87E9-CA4C80492978}" srcOrd="0" destOrd="0" presId="urn:microsoft.com/office/officeart/2005/8/layout/default"/>
    <dgm:cxn modelId="{5EA9B78B-3640-F645-8F84-4A2119260985}" type="presParOf" srcId="{17A89A7A-C69F-0A43-ADC0-185768423672}" destId="{71C193AC-2B15-334F-918C-BF5527E5C8C8}" srcOrd="1" destOrd="0" presId="urn:microsoft.com/office/officeart/2005/8/layout/default"/>
    <dgm:cxn modelId="{29627DC0-50A4-BD4D-B9F1-52488A499767}" type="presParOf" srcId="{17A89A7A-C69F-0A43-ADC0-185768423672}" destId="{FA582ED2-3C35-2B4C-AC47-158238A97EAA}" srcOrd="2" destOrd="0" presId="urn:microsoft.com/office/officeart/2005/8/layout/default"/>
    <dgm:cxn modelId="{6FEBE786-92A7-684F-A8AA-5F69B93DB898}" type="presParOf" srcId="{17A89A7A-C69F-0A43-ADC0-185768423672}" destId="{E00B1368-6A1F-534B-86B8-20690B960D15}" srcOrd="3" destOrd="0" presId="urn:microsoft.com/office/officeart/2005/8/layout/default"/>
    <dgm:cxn modelId="{DA24E2A9-FCE9-4645-9734-8607E85DC001}" type="presParOf" srcId="{17A89A7A-C69F-0A43-ADC0-185768423672}" destId="{BA977F84-EBC6-3949-BAD4-AEC214C55B5C}" srcOrd="4" destOrd="0" presId="urn:microsoft.com/office/officeart/2005/8/layout/default"/>
    <dgm:cxn modelId="{6FF713A5-0BC8-CE4E-9278-27D439A2D9A6}" type="presParOf" srcId="{17A89A7A-C69F-0A43-ADC0-185768423672}" destId="{38190330-610B-F04A-8928-24A9D6C44ACB}" srcOrd="5" destOrd="0" presId="urn:microsoft.com/office/officeart/2005/8/layout/default"/>
    <dgm:cxn modelId="{8A0E4A4E-DC57-6A48-AE9A-887D753BFD24}" type="presParOf" srcId="{17A89A7A-C69F-0A43-ADC0-185768423672}" destId="{35EA873F-5D1B-7546-86AF-A04E826F38F3}" srcOrd="6" destOrd="0" presId="urn:microsoft.com/office/officeart/2005/8/layout/default"/>
    <dgm:cxn modelId="{9D0509CE-4B41-FD49-8A93-3E190B701026}" type="presParOf" srcId="{17A89A7A-C69F-0A43-ADC0-185768423672}" destId="{42F792A4-B292-CF45-B42E-9DD6958E7FB4}" srcOrd="7" destOrd="0" presId="urn:microsoft.com/office/officeart/2005/8/layout/default"/>
    <dgm:cxn modelId="{307FBAED-4AB8-D542-8070-CB45102524D7}" type="presParOf" srcId="{17A89A7A-C69F-0A43-ADC0-185768423672}" destId="{F226B956-3E06-634C-B7F5-82D87DA21273}" srcOrd="8" destOrd="0" presId="urn:microsoft.com/office/officeart/2005/8/layout/default"/>
    <dgm:cxn modelId="{ED539116-AA80-5C4D-AF67-F062376A364E}" type="presParOf" srcId="{17A89A7A-C69F-0A43-ADC0-185768423672}" destId="{194B8C96-225B-AA43-9EC6-C3731FBADF03}" srcOrd="9" destOrd="0" presId="urn:microsoft.com/office/officeart/2005/8/layout/default"/>
    <dgm:cxn modelId="{9CBE880F-D8F3-074C-8085-00CE851DA702}" type="presParOf" srcId="{17A89A7A-C69F-0A43-ADC0-185768423672}" destId="{01FD6AEA-3BB6-E743-B79F-A693BB80D0A8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514355C-BD07-304E-A9A7-5B5A8E330603}" type="doc">
      <dgm:prSet loTypeId="urn:microsoft.com/office/officeart/2005/8/layout/process4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271F505-C3FF-754B-908B-494AD0E2A605}">
      <dgm:prSet/>
      <dgm:spPr>
        <a:ln>
          <a:solidFill>
            <a:srgbClr val="8000FF"/>
          </a:solidFill>
        </a:ln>
      </dgm:spPr>
      <dgm:t>
        <a:bodyPr/>
        <a:lstStyle/>
        <a:p>
          <a:pPr rtl="0"/>
          <a:r>
            <a:rPr lang="en-US" dirty="0" smtClean="0"/>
            <a:t>In 1970 Fairchild produced the first relatively capacious semiconductor memory</a:t>
          </a:r>
          <a:endParaRPr lang="en-US" dirty="0"/>
        </a:p>
      </dgm:t>
    </dgm:pt>
    <dgm:pt modelId="{F33400EB-03E8-D046-8134-1D7B1F0B279C}" type="parTrans" cxnId="{66D9707E-017F-0541-B9E4-82E8448EF0C1}">
      <dgm:prSet/>
      <dgm:spPr/>
      <dgm:t>
        <a:bodyPr/>
        <a:lstStyle/>
        <a:p>
          <a:endParaRPr lang="en-US"/>
        </a:p>
      </dgm:t>
    </dgm:pt>
    <dgm:pt modelId="{1705B43B-9B94-774F-8E8E-1DD57A15E1C3}" type="sibTrans" cxnId="{66D9707E-017F-0541-B9E4-82E8448EF0C1}">
      <dgm:prSet/>
      <dgm:spPr/>
      <dgm:t>
        <a:bodyPr/>
        <a:lstStyle/>
        <a:p>
          <a:endParaRPr lang="en-US"/>
        </a:p>
      </dgm:t>
    </dgm:pt>
    <dgm:pt modelId="{817284ED-408B-1142-8761-CBD62D7F989C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/>
            <a:t>Chip was about the size of a single core</a:t>
          </a:r>
          <a:endParaRPr lang="en-US" dirty="0"/>
        </a:p>
      </dgm:t>
    </dgm:pt>
    <dgm:pt modelId="{97CBEE3D-6F45-9140-8FB3-C772A9165A86}" type="parTrans" cxnId="{CAF8D241-9843-4643-908B-783DD0D62DB8}">
      <dgm:prSet/>
      <dgm:spPr/>
      <dgm:t>
        <a:bodyPr/>
        <a:lstStyle/>
        <a:p>
          <a:endParaRPr lang="en-US"/>
        </a:p>
      </dgm:t>
    </dgm:pt>
    <dgm:pt modelId="{02241F8F-F691-FD45-85D7-7763B76C4782}" type="sibTrans" cxnId="{CAF8D241-9843-4643-908B-783DD0D62DB8}">
      <dgm:prSet/>
      <dgm:spPr/>
      <dgm:t>
        <a:bodyPr/>
        <a:lstStyle/>
        <a:p>
          <a:endParaRPr lang="en-US"/>
        </a:p>
      </dgm:t>
    </dgm:pt>
    <dgm:pt modelId="{6834AEE2-8096-5B4C-9533-188046F45A57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/>
            <a:t>Could hold 256 bits of memory</a:t>
          </a:r>
          <a:endParaRPr lang="en-US" dirty="0"/>
        </a:p>
      </dgm:t>
    </dgm:pt>
    <dgm:pt modelId="{FD9327AE-87AA-6345-9BC0-4BDE8AE5AAD6}" type="parTrans" cxnId="{F58FF5D7-B6ED-F047-9A38-29337FD68537}">
      <dgm:prSet/>
      <dgm:spPr/>
      <dgm:t>
        <a:bodyPr/>
        <a:lstStyle/>
        <a:p>
          <a:endParaRPr lang="en-US"/>
        </a:p>
      </dgm:t>
    </dgm:pt>
    <dgm:pt modelId="{F8DE7C9B-37F6-4945-832C-8BA2E140444E}" type="sibTrans" cxnId="{F58FF5D7-B6ED-F047-9A38-29337FD68537}">
      <dgm:prSet/>
      <dgm:spPr/>
      <dgm:t>
        <a:bodyPr/>
        <a:lstStyle/>
        <a:p>
          <a:endParaRPr lang="en-US"/>
        </a:p>
      </dgm:t>
    </dgm:pt>
    <dgm:pt modelId="{B4C1D064-BA44-844B-A2F2-1467D57B3DC4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/>
            <a:t>Non-destructive</a:t>
          </a:r>
          <a:endParaRPr lang="en-US" dirty="0"/>
        </a:p>
      </dgm:t>
    </dgm:pt>
    <dgm:pt modelId="{7D7594D6-9390-6C4A-8F58-04ACCAB058EA}" type="parTrans" cxnId="{19545A82-0EF7-424A-B17C-075AB7479C76}">
      <dgm:prSet/>
      <dgm:spPr/>
      <dgm:t>
        <a:bodyPr/>
        <a:lstStyle/>
        <a:p>
          <a:endParaRPr lang="en-US"/>
        </a:p>
      </dgm:t>
    </dgm:pt>
    <dgm:pt modelId="{D4F10827-D5DD-8342-9C1A-E83DCE9D6F49}" type="sibTrans" cxnId="{19545A82-0EF7-424A-B17C-075AB7479C76}">
      <dgm:prSet/>
      <dgm:spPr/>
      <dgm:t>
        <a:bodyPr/>
        <a:lstStyle/>
        <a:p>
          <a:endParaRPr lang="en-US"/>
        </a:p>
      </dgm:t>
    </dgm:pt>
    <dgm:pt modelId="{2026C043-D031-5640-8E56-22C54ED33342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/>
            <a:t>Much faster than core </a:t>
          </a:r>
          <a:endParaRPr lang="en-US" dirty="0"/>
        </a:p>
      </dgm:t>
    </dgm:pt>
    <dgm:pt modelId="{DCEF23BA-964B-CA45-961E-2A94EC5CC5FE}" type="parTrans" cxnId="{348BF8BD-1A08-4645-A887-68EADAD8A464}">
      <dgm:prSet/>
      <dgm:spPr/>
      <dgm:t>
        <a:bodyPr/>
        <a:lstStyle/>
        <a:p>
          <a:endParaRPr lang="en-US"/>
        </a:p>
      </dgm:t>
    </dgm:pt>
    <dgm:pt modelId="{223A53D8-C58D-9F40-A10B-F52EB18B1370}" type="sibTrans" cxnId="{348BF8BD-1A08-4645-A887-68EADAD8A464}">
      <dgm:prSet/>
      <dgm:spPr/>
      <dgm:t>
        <a:bodyPr/>
        <a:lstStyle/>
        <a:p>
          <a:endParaRPr lang="en-US"/>
        </a:p>
      </dgm:t>
    </dgm:pt>
    <dgm:pt modelId="{8AF4DBE5-D1CE-DD4C-9CE4-60DD5602C7CA}">
      <dgm:prSet/>
      <dgm:spPr>
        <a:ln>
          <a:solidFill>
            <a:srgbClr val="8000FF"/>
          </a:solidFill>
        </a:ln>
      </dgm:spPr>
      <dgm:t>
        <a:bodyPr/>
        <a:lstStyle/>
        <a:p>
          <a:pPr rtl="0"/>
          <a:r>
            <a:rPr lang="en-US" dirty="0" smtClean="0"/>
            <a:t>In 1974 the price per bit of semiconductor memory dropped below the price per bit of core memory</a:t>
          </a:r>
          <a:endParaRPr lang="en-US" dirty="0"/>
        </a:p>
      </dgm:t>
    </dgm:pt>
    <dgm:pt modelId="{1EF48EDA-8CF5-8D42-AB40-54229C718025}" type="parTrans" cxnId="{CD0CE997-B428-C74D-8F50-0415CF76E67F}">
      <dgm:prSet/>
      <dgm:spPr/>
      <dgm:t>
        <a:bodyPr/>
        <a:lstStyle/>
        <a:p>
          <a:endParaRPr lang="en-US"/>
        </a:p>
      </dgm:t>
    </dgm:pt>
    <dgm:pt modelId="{4BBEC0EF-1496-4149-8F4F-48A1110908BB}" type="sibTrans" cxnId="{CD0CE997-B428-C74D-8F50-0415CF76E67F}">
      <dgm:prSet/>
      <dgm:spPr/>
      <dgm:t>
        <a:bodyPr/>
        <a:lstStyle/>
        <a:p>
          <a:endParaRPr lang="en-US"/>
        </a:p>
      </dgm:t>
    </dgm:pt>
    <dgm:pt modelId="{CA3D650F-52D7-2F4F-96C0-F0B31CBB53DA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/>
            <a:t>There has been a continuing and rapid decline in memory cost accompanied by a corresponding increase in physical memory density</a:t>
          </a:r>
          <a:endParaRPr lang="en-US" dirty="0"/>
        </a:p>
      </dgm:t>
    </dgm:pt>
    <dgm:pt modelId="{A66D4ECC-D4F4-E946-A41F-706FD48B82C5}" type="parTrans" cxnId="{D7663D01-0AFF-1144-8F20-B3F30BD3A7F8}">
      <dgm:prSet/>
      <dgm:spPr/>
      <dgm:t>
        <a:bodyPr/>
        <a:lstStyle/>
        <a:p>
          <a:endParaRPr lang="en-US"/>
        </a:p>
      </dgm:t>
    </dgm:pt>
    <dgm:pt modelId="{1B254916-FADB-4243-BF0F-BD3D68E12D68}" type="sibTrans" cxnId="{D7663D01-0AFF-1144-8F20-B3F30BD3A7F8}">
      <dgm:prSet/>
      <dgm:spPr/>
      <dgm:t>
        <a:bodyPr/>
        <a:lstStyle/>
        <a:p>
          <a:endParaRPr lang="en-US"/>
        </a:p>
      </dgm:t>
    </dgm:pt>
    <dgm:pt modelId="{CD2163DA-4932-084C-9EAD-3AEB9F60245D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/>
            <a:t>Developments in memory and processor technologies changed the nature of computers in less than a decade</a:t>
          </a:r>
          <a:endParaRPr lang="en-US" dirty="0"/>
        </a:p>
      </dgm:t>
    </dgm:pt>
    <dgm:pt modelId="{4ABAB12B-92BE-E24A-B331-12256B8252D9}" type="parTrans" cxnId="{CEBEFBD1-92F3-9A4C-82DE-60717B78124D}">
      <dgm:prSet/>
      <dgm:spPr/>
      <dgm:t>
        <a:bodyPr/>
        <a:lstStyle/>
        <a:p>
          <a:endParaRPr lang="en-US"/>
        </a:p>
      </dgm:t>
    </dgm:pt>
    <dgm:pt modelId="{0ED0B7DD-BF44-F54A-ADEA-926BD221FD74}" type="sibTrans" cxnId="{CEBEFBD1-92F3-9A4C-82DE-60717B78124D}">
      <dgm:prSet/>
      <dgm:spPr/>
      <dgm:t>
        <a:bodyPr/>
        <a:lstStyle/>
        <a:p>
          <a:endParaRPr lang="en-US"/>
        </a:p>
      </dgm:t>
    </dgm:pt>
    <dgm:pt modelId="{0CEB27C1-112D-8A4D-9AAB-F203F016997D}">
      <dgm:prSet/>
      <dgm:spPr/>
      <dgm:t>
        <a:bodyPr/>
        <a:lstStyle/>
        <a:p>
          <a:pPr rtl="0"/>
          <a:r>
            <a:rPr lang="en-US" dirty="0" smtClean="0"/>
            <a:t>Since 1970 semiconductor memory has been through 13 generations</a:t>
          </a:r>
          <a:endParaRPr lang="en-US" dirty="0"/>
        </a:p>
      </dgm:t>
    </dgm:pt>
    <dgm:pt modelId="{089018F7-2654-B44D-80A3-09F3B23CF57C}" type="parTrans" cxnId="{0C9345FE-0504-C44A-BEAF-362AFA843266}">
      <dgm:prSet/>
      <dgm:spPr/>
      <dgm:t>
        <a:bodyPr/>
        <a:lstStyle/>
        <a:p>
          <a:endParaRPr lang="en-US"/>
        </a:p>
      </dgm:t>
    </dgm:pt>
    <dgm:pt modelId="{F166E183-B1E8-2144-A388-061C53E5C04F}" type="sibTrans" cxnId="{0C9345FE-0504-C44A-BEAF-362AFA843266}">
      <dgm:prSet/>
      <dgm:spPr/>
      <dgm:t>
        <a:bodyPr/>
        <a:lstStyle/>
        <a:p>
          <a:endParaRPr lang="en-US"/>
        </a:p>
      </dgm:t>
    </dgm:pt>
    <dgm:pt modelId="{E8A023F3-5302-0940-982A-A811C9D7D2C0}">
      <dgm:prSet/>
      <dgm:spPr>
        <a:ln>
          <a:solidFill>
            <a:schemeClr val="accent3"/>
          </a:solidFill>
        </a:ln>
      </dgm:spPr>
      <dgm:t>
        <a:bodyPr/>
        <a:lstStyle/>
        <a:p>
          <a:pPr rtl="0"/>
          <a:r>
            <a:rPr lang="en-US" dirty="0" smtClean="0"/>
            <a:t>Each generation has provided four times the storage density of the previous generation, accompanied by declining cost per bit and declining access time</a:t>
          </a:r>
          <a:endParaRPr lang="en-US" dirty="0"/>
        </a:p>
      </dgm:t>
    </dgm:pt>
    <dgm:pt modelId="{37E86A4C-33CA-3D45-BEDE-E5894586DC0E}" type="parTrans" cxnId="{848E2822-7458-BB44-8C16-D5D9C94D4E28}">
      <dgm:prSet/>
      <dgm:spPr/>
      <dgm:t>
        <a:bodyPr/>
        <a:lstStyle/>
        <a:p>
          <a:endParaRPr lang="en-US"/>
        </a:p>
      </dgm:t>
    </dgm:pt>
    <dgm:pt modelId="{75547D02-604D-704B-B115-83A23CFDDC4C}" type="sibTrans" cxnId="{848E2822-7458-BB44-8C16-D5D9C94D4E28}">
      <dgm:prSet/>
      <dgm:spPr/>
      <dgm:t>
        <a:bodyPr/>
        <a:lstStyle/>
        <a:p>
          <a:endParaRPr lang="en-US"/>
        </a:p>
      </dgm:t>
    </dgm:pt>
    <dgm:pt modelId="{D1EEF0AD-4235-D345-BDD8-F8C93C2C99BD}" type="pres">
      <dgm:prSet presAssocID="{2514355C-BD07-304E-A9A7-5B5A8E330603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FE53E372-5F58-DD4D-89B5-378225F114BB}" type="pres">
      <dgm:prSet presAssocID="{0CEB27C1-112D-8A4D-9AAB-F203F016997D}" presName="boxAndChildren" presStyleCnt="0"/>
      <dgm:spPr/>
    </dgm:pt>
    <dgm:pt modelId="{0E1245A6-73B6-5C4F-8A80-957256B987E1}" type="pres">
      <dgm:prSet presAssocID="{0CEB27C1-112D-8A4D-9AAB-F203F016997D}" presName="parentTextBox" presStyleLbl="node1" presStyleIdx="0" presStyleCnt="3"/>
      <dgm:spPr/>
      <dgm:t>
        <a:bodyPr/>
        <a:lstStyle/>
        <a:p>
          <a:endParaRPr lang="en-US"/>
        </a:p>
      </dgm:t>
    </dgm:pt>
    <dgm:pt modelId="{EE39DE1C-6487-F644-B0FB-514DFD9A6203}" type="pres">
      <dgm:prSet presAssocID="{0CEB27C1-112D-8A4D-9AAB-F203F016997D}" presName="entireBox" presStyleLbl="node1" presStyleIdx="0" presStyleCnt="3" custLinFactNeighborX="-6195" custLinFactNeighborY="37365"/>
      <dgm:spPr/>
      <dgm:t>
        <a:bodyPr/>
        <a:lstStyle/>
        <a:p>
          <a:endParaRPr lang="en-US"/>
        </a:p>
      </dgm:t>
    </dgm:pt>
    <dgm:pt modelId="{AE196E9D-BD4C-3D49-B2AA-5A7688576163}" type="pres">
      <dgm:prSet presAssocID="{0CEB27C1-112D-8A4D-9AAB-F203F016997D}" presName="descendantBox" presStyleCnt="0"/>
      <dgm:spPr/>
    </dgm:pt>
    <dgm:pt modelId="{3D32EC06-2A10-E044-BF0D-8C73C5E8D97F}" type="pres">
      <dgm:prSet presAssocID="{E8A023F3-5302-0940-982A-A811C9D7D2C0}" presName="childTextBox" presStyleLbl="fgAccFollowNode1" presStyleIdx="0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E513A28-A35E-B541-BACA-C225CCCD837B}" type="pres">
      <dgm:prSet presAssocID="{4BBEC0EF-1496-4149-8F4F-48A1110908BB}" presName="sp" presStyleCnt="0"/>
      <dgm:spPr/>
    </dgm:pt>
    <dgm:pt modelId="{EEA73AED-1344-B547-8C17-A9067E08D3C6}" type="pres">
      <dgm:prSet presAssocID="{8AF4DBE5-D1CE-DD4C-9CE4-60DD5602C7CA}" presName="arrowAndChildren" presStyleCnt="0"/>
      <dgm:spPr/>
    </dgm:pt>
    <dgm:pt modelId="{AE2C2B1E-BC40-EA4C-8659-D1805A6BB825}" type="pres">
      <dgm:prSet presAssocID="{8AF4DBE5-D1CE-DD4C-9CE4-60DD5602C7CA}" presName="parentTextArrow" presStyleLbl="node1" presStyleIdx="0" presStyleCnt="3"/>
      <dgm:spPr/>
      <dgm:t>
        <a:bodyPr/>
        <a:lstStyle/>
        <a:p>
          <a:endParaRPr lang="en-US"/>
        </a:p>
      </dgm:t>
    </dgm:pt>
    <dgm:pt modelId="{9295D34B-13D6-E143-8FAA-4C45DFED13EF}" type="pres">
      <dgm:prSet presAssocID="{8AF4DBE5-D1CE-DD4C-9CE4-60DD5602C7CA}" presName="arrow" presStyleLbl="node1" presStyleIdx="1" presStyleCnt="3"/>
      <dgm:spPr/>
      <dgm:t>
        <a:bodyPr/>
        <a:lstStyle/>
        <a:p>
          <a:endParaRPr lang="en-US"/>
        </a:p>
      </dgm:t>
    </dgm:pt>
    <dgm:pt modelId="{EA0878F1-9D00-A54F-B2FA-2BB32B76DC1D}" type="pres">
      <dgm:prSet presAssocID="{8AF4DBE5-D1CE-DD4C-9CE4-60DD5602C7CA}" presName="descendantArrow" presStyleCnt="0"/>
      <dgm:spPr/>
    </dgm:pt>
    <dgm:pt modelId="{02DEDF47-B60B-174C-B68D-9085A3F1AB6A}" type="pres">
      <dgm:prSet presAssocID="{CA3D650F-52D7-2F4F-96C0-F0B31CBB53DA}" presName="childTextArrow" presStyleLbl="fgAccFollowNode1" presStyleIdx="1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0A90482-38CF-964E-898E-B14683C6E887}" type="pres">
      <dgm:prSet presAssocID="{CD2163DA-4932-084C-9EAD-3AEB9F60245D}" presName="childTextArrow" presStyleLbl="fgAccFollowNode1" presStyleIdx="2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7656CE7-2034-9345-ACFA-A9F62F1415B6}" type="pres">
      <dgm:prSet presAssocID="{1705B43B-9B94-774F-8E8E-1DD57A15E1C3}" presName="sp" presStyleCnt="0"/>
      <dgm:spPr/>
    </dgm:pt>
    <dgm:pt modelId="{BBB7B630-6B70-2E4C-B572-DD0C4C9D9195}" type="pres">
      <dgm:prSet presAssocID="{3271F505-C3FF-754B-908B-494AD0E2A605}" presName="arrowAndChildren" presStyleCnt="0"/>
      <dgm:spPr/>
    </dgm:pt>
    <dgm:pt modelId="{958D548E-1C83-3C4D-B46A-75C8FC0C38EB}" type="pres">
      <dgm:prSet presAssocID="{3271F505-C3FF-754B-908B-494AD0E2A605}" presName="parentTextArrow" presStyleLbl="node1" presStyleIdx="1" presStyleCnt="3"/>
      <dgm:spPr/>
      <dgm:t>
        <a:bodyPr/>
        <a:lstStyle/>
        <a:p>
          <a:endParaRPr lang="en-US"/>
        </a:p>
      </dgm:t>
    </dgm:pt>
    <dgm:pt modelId="{20D983A6-25B2-D34F-9721-9F543575F986}" type="pres">
      <dgm:prSet presAssocID="{3271F505-C3FF-754B-908B-494AD0E2A605}" presName="arrow" presStyleLbl="node1" presStyleIdx="2" presStyleCnt="3"/>
      <dgm:spPr/>
      <dgm:t>
        <a:bodyPr/>
        <a:lstStyle/>
        <a:p>
          <a:endParaRPr lang="en-US"/>
        </a:p>
      </dgm:t>
    </dgm:pt>
    <dgm:pt modelId="{A6B4D42C-F817-E344-972B-D267A6FD2D31}" type="pres">
      <dgm:prSet presAssocID="{3271F505-C3FF-754B-908B-494AD0E2A605}" presName="descendantArrow" presStyleCnt="0"/>
      <dgm:spPr/>
    </dgm:pt>
    <dgm:pt modelId="{BCDEB9CC-91F2-B04C-BF78-8C8FAC34A974}" type="pres">
      <dgm:prSet presAssocID="{817284ED-408B-1142-8761-CBD62D7F989C}" presName="childTextArrow" presStyleLbl="fgAccFollowNode1" presStyleIdx="3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2D687DF-5A41-C04B-83B2-990819124270}" type="pres">
      <dgm:prSet presAssocID="{6834AEE2-8096-5B4C-9533-188046F45A57}" presName="childTextArrow" presStyleLbl="fgAccFollowNode1" presStyleIdx="4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7A27664-9A96-1645-A7EC-5BE951D18748}" type="pres">
      <dgm:prSet presAssocID="{B4C1D064-BA44-844B-A2F2-1467D57B3DC4}" presName="childTextArrow" presStyleLbl="fgAccFollowNode1" presStyleIdx="5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3FFA982-4016-B24A-AD76-E71171B95C2B}" type="pres">
      <dgm:prSet presAssocID="{2026C043-D031-5640-8E56-22C54ED33342}" presName="childTextArrow" presStyleLbl="fgAccFollowNode1" presStyleIdx="6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352143B-76C9-F64D-8F44-735A6272C810}" type="presOf" srcId="{8AF4DBE5-D1CE-DD4C-9CE4-60DD5602C7CA}" destId="{9295D34B-13D6-E143-8FAA-4C45DFED13EF}" srcOrd="1" destOrd="0" presId="urn:microsoft.com/office/officeart/2005/8/layout/process4"/>
    <dgm:cxn modelId="{864BB76E-8210-3E4A-B13C-F4BCDBCE1A18}" type="presOf" srcId="{6834AEE2-8096-5B4C-9533-188046F45A57}" destId="{22D687DF-5A41-C04B-83B2-990819124270}" srcOrd="0" destOrd="0" presId="urn:microsoft.com/office/officeart/2005/8/layout/process4"/>
    <dgm:cxn modelId="{0EB4759C-FBDE-9C46-8922-C164C8284C46}" type="presOf" srcId="{E8A023F3-5302-0940-982A-A811C9D7D2C0}" destId="{3D32EC06-2A10-E044-BF0D-8C73C5E8D97F}" srcOrd="0" destOrd="0" presId="urn:microsoft.com/office/officeart/2005/8/layout/process4"/>
    <dgm:cxn modelId="{66D9707E-017F-0541-B9E4-82E8448EF0C1}" srcId="{2514355C-BD07-304E-A9A7-5B5A8E330603}" destId="{3271F505-C3FF-754B-908B-494AD0E2A605}" srcOrd="0" destOrd="0" parTransId="{F33400EB-03E8-D046-8134-1D7B1F0B279C}" sibTransId="{1705B43B-9B94-774F-8E8E-1DD57A15E1C3}"/>
    <dgm:cxn modelId="{3E4B5301-49E6-AB4C-BFB0-545ADC9FE9EB}" type="presOf" srcId="{2026C043-D031-5640-8E56-22C54ED33342}" destId="{23FFA982-4016-B24A-AD76-E71171B95C2B}" srcOrd="0" destOrd="0" presId="urn:microsoft.com/office/officeart/2005/8/layout/process4"/>
    <dgm:cxn modelId="{09034F3C-9930-E547-A77F-FBBE1A2D5706}" type="presOf" srcId="{B4C1D064-BA44-844B-A2F2-1467D57B3DC4}" destId="{97A27664-9A96-1645-A7EC-5BE951D18748}" srcOrd="0" destOrd="0" presId="urn:microsoft.com/office/officeart/2005/8/layout/process4"/>
    <dgm:cxn modelId="{B49BF673-8752-D143-8C42-C5737104930F}" type="presOf" srcId="{3271F505-C3FF-754B-908B-494AD0E2A605}" destId="{20D983A6-25B2-D34F-9721-9F543575F986}" srcOrd="1" destOrd="0" presId="urn:microsoft.com/office/officeart/2005/8/layout/process4"/>
    <dgm:cxn modelId="{348BF8BD-1A08-4645-A887-68EADAD8A464}" srcId="{3271F505-C3FF-754B-908B-494AD0E2A605}" destId="{2026C043-D031-5640-8E56-22C54ED33342}" srcOrd="3" destOrd="0" parTransId="{DCEF23BA-964B-CA45-961E-2A94EC5CC5FE}" sibTransId="{223A53D8-C58D-9F40-A10B-F52EB18B1370}"/>
    <dgm:cxn modelId="{CD0CE997-B428-C74D-8F50-0415CF76E67F}" srcId="{2514355C-BD07-304E-A9A7-5B5A8E330603}" destId="{8AF4DBE5-D1CE-DD4C-9CE4-60DD5602C7CA}" srcOrd="1" destOrd="0" parTransId="{1EF48EDA-8CF5-8D42-AB40-54229C718025}" sibTransId="{4BBEC0EF-1496-4149-8F4F-48A1110908BB}"/>
    <dgm:cxn modelId="{A2D9F0A8-B155-E54E-A36F-4B2E7B69BC60}" type="presOf" srcId="{CD2163DA-4932-084C-9EAD-3AEB9F60245D}" destId="{80A90482-38CF-964E-898E-B14683C6E887}" srcOrd="0" destOrd="0" presId="urn:microsoft.com/office/officeart/2005/8/layout/process4"/>
    <dgm:cxn modelId="{CEBEFBD1-92F3-9A4C-82DE-60717B78124D}" srcId="{8AF4DBE5-D1CE-DD4C-9CE4-60DD5602C7CA}" destId="{CD2163DA-4932-084C-9EAD-3AEB9F60245D}" srcOrd="1" destOrd="0" parTransId="{4ABAB12B-92BE-E24A-B331-12256B8252D9}" sibTransId="{0ED0B7DD-BF44-F54A-ADEA-926BD221FD74}"/>
    <dgm:cxn modelId="{19545A82-0EF7-424A-B17C-075AB7479C76}" srcId="{3271F505-C3FF-754B-908B-494AD0E2A605}" destId="{B4C1D064-BA44-844B-A2F2-1467D57B3DC4}" srcOrd="2" destOrd="0" parTransId="{7D7594D6-9390-6C4A-8F58-04ACCAB058EA}" sibTransId="{D4F10827-D5DD-8342-9C1A-E83DCE9D6F49}"/>
    <dgm:cxn modelId="{8D25BA89-0DCA-8343-A4BD-036B99DA4995}" type="presOf" srcId="{8AF4DBE5-D1CE-DD4C-9CE4-60DD5602C7CA}" destId="{AE2C2B1E-BC40-EA4C-8659-D1805A6BB825}" srcOrd="0" destOrd="0" presId="urn:microsoft.com/office/officeart/2005/8/layout/process4"/>
    <dgm:cxn modelId="{FEB1A8BB-7539-AB40-BD6E-435D21108A9D}" type="presOf" srcId="{2514355C-BD07-304E-A9A7-5B5A8E330603}" destId="{D1EEF0AD-4235-D345-BDD8-F8C93C2C99BD}" srcOrd="0" destOrd="0" presId="urn:microsoft.com/office/officeart/2005/8/layout/process4"/>
    <dgm:cxn modelId="{0C9345FE-0504-C44A-BEAF-362AFA843266}" srcId="{2514355C-BD07-304E-A9A7-5B5A8E330603}" destId="{0CEB27C1-112D-8A4D-9AAB-F203F016997D}" srcOrd="2" destOrd="0" parTransId="{089018F7-2654-B44D-80A3-09F3B23CF57C}" sibTransId="{F166E183-B1E8-2144-A388-061C53E5C04F}"/>
    <dgm:cxn modelId="{A649FDFB-B22E-6B4B-A9DC-6289B7E4B97F}" type="presOf" srcId="{817284ED-408B-1142-8761-CBD62D7F989C}" destId="{BCDEB9CC-91F2-B04C-BF78-8C8FAC34A974}" srcOrd="0" destOrd="0" presId="urn:microsoft.com/office/officeart/2005/8/layout/process4"/>
    <dgm:cxn modelId="{848E2822-7458-BB44-8C16-D5D9C94D4E28}" srcId="{0CEB27C1-112D-8A4D-9AAB-F203F016997D}" destId="{E8A023F3-5302-0940-982A-A811C9D7D2C0}" srcOrd="0" destOrd="0" parTransId="{37E86A4C-33CA-3D45-BEDE-E5894586DC0E}" sibTransId="{75547D02-604D-704B-B115-83A23CFDDC4C}"/>
    <dgm:cxn modelId="{4808BA38-33B4-0845-840D-C778B8D38EB5}" type="presOf" srcId="{0CEB27C1-112D-8A4D-9AAB-F203F016997D}" destId="{EE39DE1C-6487-F644-B0FB-514DFD9A6203}" srcOrd="1" destOrd="0" presId="urn:microsoft.com/office/officeart/2005/8/layout/process4"/>
    <dgm:cxn modelId="{E09900DF-E63F-2840-AC2C-7AACADE9743C}" type="presOf" srcId="{CA3D650F-52D7-2F4F-96C0-F0B31CBB53DA}" destId="{02DEDF47-B60B-174C-B68D-9085A3F1AB6A}" srcOrd="0" destOrd="0" presId="urn:microsoft.com/office/officeart/2005/8/layout/process4"/>
    <dgm:cxn modelId="{D7CB30A4-BC6F-9148-A25F-A224A1D939F5}" type="presOf" srcId="{0CEB27C1-112D-8A4D-9AAB-F203F016997D}" destId="{0E1245A6-73B6-5C4F-8A80-957256B987E1}" srcOrd="0" destOrd="0" presId="urn:microsoft.com/office/officeart/2005/8/layout/process4"/>
    <dgm:cxn modelId="{F58FF5D7-B6ED-F047-9A38-29337FD68537}" srcId="{3271F505-C3FF-754B-908B-494AD0E2A605}" destId="{6834AEE2-8096-5B4C-9533-188046F45A57}" srcOrd="1" destOrd="0" parTransId="{FD9327AE-87AA-6345-9BC0-4BDE8AE5AAD6}" sibTransId="{F8DE7C9B-37F6-4945-832C-8BA2E140444E}"/>
    <dgm:cxn modelId="{CAF8D241-9843-4643-908B-783DD0D62DB8}" srcId="{3271F505-C3FF-754B-908B-494AD0E2A605}" destId="{817284ED-408B-1142-8761-CBD62D7F989C}" srcOrd="0" destOrd="0" parTransId="{97CBEE3D-6F45-9140-8FB3-C772A9165A86}" sibTransId="{02241F8F-F691-FD45-85D7-7763B76C4782}"/>
    <dgm:cxn modelId="{C627AD28-05FB-DE4D-B82A-D8B319665A39}" type="presOf" srcId="{3271F505-C3FF-754B-908B-494AD0E2A605}" destId="{958D548E-1C83-3C4D-B46A-75C8FC0C38EB}" srcOrd="0" destOrd="0" presId="urn:microsoft.com/office/officeart/2005/8/layout/process4"/>
    <dgm:cxn modelId="{D7663D01-0AFF-1144-8F20-B3F30BD3A7F8}" srcId="{8AF4DBE5-D1CE-DD4C-9CE4-60DD5602C7CA}" destId="{CA3D650F-52D7-2F4F-96C0-F0B31CBB53DA}" srcOrd="0" destOrd="0" parTransId="{A66D4ECC-D4F4-E946-A41F-706FD48B82C5}" sibTransId="{1B254916-FADB-4243-BF0F-BD3D68E12D68}"/>
    <dgm:cxn modelId="{1CF65D1B-BE69-1248-8970-BE12A438787E}" type="presParOf" srcId="{D1EEF0AD-4235-D345-BDD8-F8C93C2C99BD}" destId="{FE53E372-5F58-DD4D-89B5-378225F114BB}" srcOrd="0" destOrd="0" presId="urn:microsoft.com/office/officeart/2005/8/layout/process4"/>
    <dgm:cxn modelId="{7B451990-3CF2-474E-8C33-FFA354C575EA}" type="presParOf" srcId="{FE53E372-5F58-DD4D-89B5-378225F114BB}" destId="{0E1245A6-73B6-5C4F-8A80-957256B987E1}" srcOrd="0" destOrd="0" presId="urn:microsoft.com/office/officeart/2005/8/layout/process4"/>
    <dgm:cxn modelId="{595FAE69-7CAA-BE46-AB21-A42887C56D59}" type="presParOf" srcId="{FE53E372-5F58-DD4D-89B5-378225F114BB}" destId="{EE39DE1C-6487-F644-B0FB-514DFD9A6203}" srcOrd="1" destOrd="0" presId="urn:microsoft.com/office/officeart/2005/8/layout/process4"/>
    <dgm:cxn modelId="{3E0FBE30-3A17-FD41-8CF3-153660F5CBA1}" type="presParOf" srcId="{FE53E372-5F58-DD4D-89B5-378225F114BB}" destId="{AE196E9D-BD4C-3D49-B2AA-5A7688576163}" srcOrd="2" destOrd="0" presId="urn:microsoft.com/office/officeart/2005/8/layout/process4"/>
    <dgm:cxn modelId="{440DF450-142F-784E-B075-3C4007D4B4C4}" type="presParOf" srcId="{AE196E9D-BD4C-3D49-B2AA-5A7688576163}" destId="{3D32EC06-2A10-E044-BF0D-8C73C5E8D97F}" srcOrd="0" destOrd="0" presId="urn:microsoft.com/office/officeart/2005/8/layout/process4"/>
    <dgm:cxn modelId="{4E972CB8-DF8E-8B47-B8BF-786DD85E2E4F}" type="presParOf" srcId="{D1EEF0AD-4235-D345-BDD8-F8C93C2C99BD}" destId="{DE513A28-A35E-B541-BACA-C225CCCD837B}" srcOrd="1" destOrd="0" presId="urn:microsoft.com/office/officeart/2005/8/layout/process4"/>
    <dgm:cxn modelId="{4E3E6746-4892-FE4C-8D3B-E1AE708DF8B4}" type="presParOf" srcId="{D1EEF0AD-4235-D345-BDD8-F8C93C2C99BD}" destId="{EEA73AED-1344-B547-8C17-A9067E08D3C6}" srcOrd="2" destOrd="0" presId="urn:microsoft.com/office/officeart/2005/8/layout/process4"/>
    <dgm:cxn modelId="{9FB8F8BF-FCF7-8F42-936C-96C647868D7A}" type="presParOf" srcId="{EEA73AED-1344-B547-8C17-A9067E08D3C6}" destId="{AE2C2B1E-BC40-EA4C-8659-D1805A6BB825}" srcOrd="0" destOrd="0" presId="urn:microsoft.com/office/officeart/2005/8/layout/process4"/>
    <dgm:cxn modelId="{1CB7F2E7-42CD-B74E-A658-4BCC8B77B203}" type="presParOf" srcId="{EEA73AED-1344-B547-8C17-A9067E08D3C6}" destId="{9295D34B-13D6-E143-8FAA-4C45DFED13EF}" srcOrd="1" destOrd="0" presId="urn:microsoft.com/office/officeart/2005/8/layout/process4"/>
    <dgm:cxn modelId="{A428A10D-03CE-4144-8C8A-D7C096D11124}" type="presParOf" srcId="{EEA73AED-1344-B547-8C17-A9067E08D3C6}" destId="{EA0878F1-9D00-A54F-B2FA-2BB32B76DC1D}" srcOrd="2" destOrd="0" presId="urn:microsoft.com/office/officeart/2005/8/layout/process4"/>
    <dgm:cxn modelId="{62A0F11C-015F-EA43-AE34-73B83AFB7A13}" type="presParOf" srcId="{EA0878F1-9D00-A54F-B2FA-2BB32B76DC1D}" destId="{02DEDF47-B60B-174C-B68D-9085A3F1AB6A}" srcOrd="0" destOrd="0" presId="urn:microsoft.com/office/officeart/2005/8/layout/process4"/>
    <dgm:cxn modelId="{AD88CA6D-244D-E54E-B654-81A482FF6AF3}" type="presParOf" srcId="{EA0878F1-9D00-A54F-B2FA-2BB32B76DC1D}" destId="{80A90482-38CF-964E-898E-B14683C6E887}" srcOrd="1" destOrd="0" presId="urn:microsoft.com/office/officeart/2005/8/layout/process4"/>
    <dgm:cxn modelId="{FB71CA19-7926-4040-9E52-43556BAC3EAE}" type="presParOf" srcId="{D1EEF0AD-4235-D345-BDD8-F8C93C2C99BD}" destId="{D7656CE7-2034-9345-ACFA-A9F62F1415B6}" srcOrd="3" destOrd="0" presId="urn:microsoft.com/office/officeart/2005/8/layout/process4"/>
    <dgm:cxn modelId="{F1B39CD9-8510-5E4F-8CA9-722B35022EF4}" type="presParOf" srcId="{D1EEF0AD-4235-D345-BDD8-F8C93C2C99BD}" destId="{BBB7B630-6B70-2E4C-B572-DD0C4C9D9195}" srcOrd="4" destOrd="0" presId="urn:microsoft.com/office/officeart/2005/8/layout/process4"/>
    <dgm:cxn modelId="{F76DD594-94EF-354F-9C3D-3A1C1E8F5F71}" type="presParOf" srcId="{BBB7B630-6B70-2E4C-B572-DD0C4C9D9195}" destId="{958D548E-1C83-3C4D-B46A-75C8FC0C38EB}" srcOrd="0" destOrd="0" presId="urn:microsoft.com/office/officeart/2005/8/layout/process4"/>
    <dgm:cxn modelId="{1C1C17BC-B7D0-6D45-BC84-662594E6DB23}" type="presParOf" srcId="{BBB7B630-6B70-2E4C-B572-DD0C4C9D9195}" destId="{20D983A6-25B2-D34F-9721-9F543575F986}" srcOrd="1" destOrd="0" presId="urn:microsoft.com/office/officeart/2005/8/layout/process4"/>
    <dgm:cxn modelId="{751AB825-1BB8-5B44-803C-817D56549303}" type="presParOf" srcId="{BBB7B630-6B70-2E4C-B572-DD0C4C9D9195}" destId="{A6B4D42C-F817-E344-972B-D267A6FD2D31}" srcOrd="2" destOrd="0" presId="urn:microsoft.com/office/officeart/2005/8/layout/process4"/>
    <dgm:cxn modelId="{7F9C7C37-601F-914F-B433-27C1AEBDBB3D}" type="presParOf" srcId="{A6B4D42C-F817-E344-972B-D267A6FD2D31}" destId="{BCDEB9CC-91F2-B04C-BF78-8C8FAC34A974}" srcOrd="0" destOrd="0" presId="urn:microsoft.com/office/officeart/2005/8/layout/process4"/>
    <dgm:cxn modelId="{B56653E3-DF40-F146-AA13-7745C1635F94}" type="presParOf" srcId="{A6B4D42C-F817-E344-972B-D267A6FD2D31}" destId="{22D687DF-5A41-C04B-83B2-990819124270}" srcOrd="1" destOrd="0" presId="urn:microsoft.com/office/officeart/2005/8/layout/process4"/>
    <dgm:cxn modelId="{D2F54ED1-97B4-4D4B-B341-EE1646E6B59B}" type="presParOf" srcId="{A6B4D42C-F817-E344-972B-D267A6FD2D31}" destId="{97A27664-9A96-1645-A7EC-5BE951D18748}" srcOrd="2" destOrd="0" presId="urn:microsoft.com/office/officeart/2005/8/layout/process4"/>
    <dgm:cxn modelId="{97A62CB4-3571-C34C-BD69-3A2E67EB13EA}" type="presParOf" srcId="{A6B4D42C-F817-E344-972B-D267A6FD2D31}" destId="{23FFA982-4016-B24A-AD76-E71171B95C2B}" srcOrd="3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127938E-50F4-C34B-B020-995D5DBE4B6C}" type="doc">
      <dgm:prSet loTypeId="urn:microsoft.com/office/officeart/2005/8/layout/hList1" loCatId="relationship" qsTypeId="urn:microsoft.com/office/officeart/2005/8/quickstyle/3D2" qsCatId="3D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77CAD81-6BA7-0743-8DC2-410DB7F6FCE2}">
      <dgm:prSet custT="1"/>
      <dgm:spPr/>
      <dgm:t>
        <a:bodyPr/>
        <a:lstStyle/>
        <a:p>
          <a:pPr rtl="0"/>
          <a:r>
            <a:rPr lang="en-US" sz="1800" dirty="0" smtClean="0"/>
            <a:t>8080</a:t>
          </a:r>
          <a:endParaRPr lang="en-US" sz="1800" dirty="0"/>
        </a:p>
      </dgm:t>
    </dgm:pt>
    <dgm:pt modelId="{869311D8-5CFF-BC45-A87A-85DF9F4A36F4}" type="parTrans" cxnId="{D32779C1-6DA9-3542-B999-40BFBD4E2311}">
      <dgm:prSet/>
      <dgm:spPr/>
      <dgm:t>
        <a:bodyPr/>
        <a:lstStyle/>
        <a:p>
          <a:endParaRPr lang="en-US"/>
        </a:p>
      </dgm:t>
    </dgm:pt>
    <dgm:pt modelId="{A7CBA08D-62E9-F944-9123-3E977CA3A571}" type="sibTrans" cxnId="{D32779C1-6DA9-3542-B999-40BFBD4E2311}">
      <dgm:prSet/>
      <dgm:spPr/>
      <dgm:t>
        <a:bodyPr/>
        <a:lstStyle/>
        <a:p>
          <a:endParaRPr lang="en-US"/>
        </a:p>
      </dgm:t>
    </dgm:pt>
    <dgm:pt modelId="{DB13C6DD-1E52-1844-91D9-5E02FC8320AF}">
      <dgm:prSet/>
      <dgm:spPr/>
      <dgm:t>
        <a:bodyPr/>
        <a:lstStyle/>
        <a:p>
          <a:pPr rtl="0"/>
          <a:r>
            <a:rPr lang="en-US" smtClean="0"/>
            <a:t>World’s first general-purpose microprocessor</a:t>
          </a:r>
          <a:endParaRPr lang="en-US"/>
        </a:p>
      </dgm:t>
    </dgm:pt>
    <dgm:pt modelId="{0F77ED43-D28F-E94F-A191-D7516FB57FE4}" type="parTrans" cxnId="{6566EAE1-9A3B-3D4A-9BFA-A8E7ABC97B89}">
      <dgm:prSet/>
      <dgm:spPr/>
      <dgm:t>
        <a:bodyPr/>
        <a:lstStyle/>
        <a:p>
          <a:endParaRPr lang="en-US"/>
        </a:p>
      </dgm:t>
    </dgm:pt>
    <dgm:pt modelId="{42CAAE1D-511C-5D43-9877-026EF8E6009D}" type="sibTrans" cxnId="{6566EAE1-9A3B-3D4A-9BFA-A8E7ABC97B89}">
      <dgm:prSet/>
      <dgm:spPr/>
      <dgm:t>
        <a:bodyPr/>
        <a:lstStyle/>
        <a:p>
          <a:endParaRPr lang="en-US"/>
        </a:p>
      </dgm:t>
    </dgm:pt>
    <dgm:pt modelId="{67E7134E-2092-C843-B55E-C1D44D002BB1}">
      <dgm:prSet/>
      <dgm:spPr/>
      <dgm:t>
        <a:bodyPr/>
        <a:lstStyle/>
        <a:p>
          <a:pPr rtl="0"/>
          <a:r>
            <a:rPr lang="en-US" dirty="0" smtClean="0"/>
            <a:t>8-bit machine, 8-bit data path to memory</a:t>
          </a:r>
          <a:endParaRPr lang="en-US" dirty="0"/>
        </a:p>
      </dgm:t>
    </dgm:pt>
    <dgm:pt modelId="{59598C61-E5DE-A340-9880-E922417FCF5D}" type="parTrans" cxnId="{85ACE212-3529-464E-9B24-6062E369EBD0}">
      <dgm:prSet/>
      <dgm:spPr/>
      <dgm:t>
        <a:bodyPr/>
        <a:lstStyle/>
        <a:p>
          <a:endParaRPr lang="en-US"/>
        </a:p>
      </dgm:t>
    </dgm:pt>
    <dgm:pt modelId="{097D8F75-D211-EA4B-90EF-DA203109F914}" type="sibTrans" cxnId="{85ACE212-3529-464E-9B24-6062E369EBD0}">
      <dgm:prSet/>
      <dgm:spPr/>
      <dgm:t>
        <a:bodyPr/>
        <a:lstStyle/>
        <a:p>
          <a:endParaRPr lang="en-US"/>
        </a:p>
      </dgm:t>
    </dgm:pt>
    <dgm:pt modelId="{15D727A6-43A7-1146-93D3-4FC81E42B88C}">
      <dgm:prSet/>
      <dgm:spPr/>
      <dgm:t>
        <a:bodyPr/>
        <a:lstStyle/>
        <a:p>
          <a:pPr rtl="0"/>
          <a:r>
            <a:rPr lang="en-US" smtClean="0"/>
            <a:t>Was used in the first personal computer (Altair)</a:t>
          </a:r>
          <a:endParaRPr lang="en-US"/>
        </a:p>
      </dgm:t>
    </dgm:pt>
    <dgm:pt modelId="{6DD4C616-CC21-EE41-A91D-B7E995DC93C7}" type="parTrans" cxnId="{DCFE8C33-C001-6F4F-9EEE-F52F98C0DF82}">
      <dgm:prSet/>
      <dgm:spPr/>
      <dgm:t>
        <a:bodyPr/>
        <a:lstStyle/>
        <a:p>
          <a:endParaRPr lang="en-US"/>
        </a:p>
      </dgm:t>
    </dgm:pt>
    <dgm:pt modelId="{41A138FB-CD59-0A47-877F-8D50B93C7AC8}" type="sibTrans" cxnId="{DCFE8C33-C001-6F4F-9EEE-F52F98C0DF82}">
      <dgm:prSet/>
      <dgm:spPr/>
      <dgm:t>
        <a:bodyPr/>
        <a:lstStyle/>
        <a:p>
          <a:endParaRPr lang="en-US"/>
        </a:p>
      </dgm:t>
    </dgm:pt>
    <dgm:pt modelId="{ED28E796-E29E-F448-892A-C7E742AB37E6}">
      <dgm:prSet custT="1"/>
      <dgm:spPr/>
      <dgm:t>
        <a:bodyPr/>
        <a:lstStyle/>
        <a:p>
          <a:pPr rtl="0"/>
          <a:r>
            <a:rPr lang="en-US" sz="1800" dirty="0" smtClean="0"/>
            <a:t>8086</a:t>
          </a:r>
          <a:endParaRPr lang="en-US" sz="1800" dirty="0"/>
        </a:p>
      </dgm:t>
    </dgm:pt>
    <dgm:pt modelId="{EE60372B-B201-7146-B294-6585778C2B42}" type="parTrans" cxnId="{62B2A464-085E-344B-919F-8694CD838666}">
      <dgm:prSet/>
      <dgm:spPr/>
      <dgm:t>
        <a:bodyPr/>
        <a:lstStyle/>
        <a:p>
          <a:endParaRPr lang="en-US"/>
        </a:p>
      </dgm:t>
    </dgm:pt>
    <dgm:pt modelId="{5C829C6A-EBC9-2A4E-9D53-39A4A316B729}" type="sibTrans" cxnId="{62B2A464-085E-344B-919F-8694CD838666}">
      <dgm:prSet/>
      <dgm:spPr/>
      <dgm:t>
        <a:bodyPr/>
        <a:lstStyle/>
        <a:p>
          <a:endParaRPr lang="en-US"/>
        </a:p>
      </dgm:t>
    </dgm:pt>
    <dgm:pt modelId="{485E70F4-8345-CB4E-96E1-42CC6A880CAB}">
      <dgm:prSet/>
      <dgm:spPr/>
      <dgm:t>
        <a:bodyPr/>
        <a:lstStyle/>
        <a:p>
          <a:pPr rtl="0"/>
          <a:r>
            <a:rPr lang="en-US" smtClean="0"/>
            <a:t>A more powerful 16-bit machine</a:t>
          </a:r>
          <a:endParaRPr lang="en-US"/>
        </a:p>
      </dgm:t>
    </dgm:pt>
    <dgm:pt modelId="{A764361D-FE56-A34B-BA6C-6393724FE922}" type="parTrans" cxnId="{B901CCE0-B64A-BC40-A6F3-FF3A642807BE}">
      <dgm:prSet/>
      <dgm:spPr/>
      <dgm:t>
        <a:bodyPr/>
        <a:lstStyle/>
        <a:p>
          <a:endParaRPr lang="en-US"/>
        </a:p>
      </dgm:t>
    </dgm:pt>
    <dgm:pt modelId="{D1AE908B-786C-CC43-993E-209EF8B27F97}" type="sibTrans" cxnId="{B901CCE0-B64A-BC40-A6F3-FF3A642807BE}">
      <dgm:prSet/>
      <dgm:spPr/>
      <dgm:t>
        <a:bodyPr/>
        <a:lstStyle/>
        <a:p>
          <a:endParaRPr lang="en-US"/>
        </a:p>
      </dgm:t>
    </dgm:pt>
    <dgm:pt modelId="{5364076C-1E31-D94E-809E-7C64943410AA}">
      <dgm:prSet/>
      <dgm:spPr/>
      <dgm:t>
        <a:bodyPr/>
        <a:lstStyle/>
        <a:p>
          <a:pPr rtl="0"/>
          <a:r>
            <a:rPr lang="en-US" dirty="0" smtClean="0"/>
            <a:t>Has an instruction cache, or queue, that prefetches a few instructions before they are executed</a:t>
          </a:r>
          <a:endParaRPr lang="en-US" dirty="0"/>
        </a:p>
      </dgm:t>
    </dgm:pt>
    <dgm:pt modelId="{7A1E6B08-7AA7-374B-961D-38ACCECE2745}" type="parTrans" cxnId="{7FD524C6-737E-BF42-9772-A9F11C022CB0}">
      <dgm:prSet/>
      <dgm:spPr/>
      <dgm:t>
        <a:bodyPr/>
        <a:lstStyle/>
        <a:p>
          <a:endParaRPr lang="en-US"/>
        </a:p>
      </dgm:t>
    </dgm:pt>
    <dgm:pt modelId="{067D459F-6C2E-7B4C-B893-FA6F93A8E53A}" type="sibTrans" cxnId="{7FD524C6-737E-BF42-9772-A9F11C022CB0}">
      <dgm:prSet/>
      <dgm:spPr/>
      <dgm:t>
        <a:bodyPr/>
        <a:lstStyle/>
        <a:p>
          <a:endParaRPr lang="en-US"/>
        </a:p>
      </dgm:t>
    </dgm:pt>
    <dgm:pt modelId="{7C64B1DB-8D93-C843-87A2-6112C6AA7236}">
      <dgm:prSet/>
      <dgm:spPr/>
      <dgm:t>
        <a:bodyPr/>
        <a:lstStyle/>
        <a:p>
          <a:pPr rtl="0"/>
          <a:r>
            <a:rPr lang="en-US" smtClean="0"/>
            <a:t>The first appearance of the x86 architecture</a:t>
          </a:r>
          <a:endParaRPr lang="en-US"/>
        </a:p>
      </dgm:t>
    </dgm:pt>
    <dgm:pt modelId="{E14042B3-B281-2248-8EB7-4885D22D7091}" type="parTrans" cxnId="{7E0CC626-3A67-4E49-B3E9-E75EACD1C4C2}">
      <dgm:prSet/>
      <dgm:spPr/>
      <dgm:t>
        <a:bodyPr/>
        <a:lstStyle/>
        <a:p>
          <a:endParaRPr lang="en-US"/>
        </a:p>
      </dgm:t>
    </dgm:pt>
    <dgm:pt modelId="{510F6365-EE1D-4A45-95ED-1E4A362FD814}" type="sibTrans" cxnId="{7E0CC626-3A67-4E49-B3E9-E75EACD1C4C2}">
      <dgm:prSet/>
      <dgm:spPr/>
      <dgm:t>
        <a:bodyPr/>
        <a:lstStyle/>
        <a:p>
          <a:endParaRPr lang="en-US"/>
        </a:p>
      </dgm:t>
    </dgm:pt>
    <dgm:pt modelId="{EE56D8E6-0BEA-FC43-8E00-6CC3059AE1C5}">
      <dgm:prSet/>
      <dgm:spPr/>
      <dgm:t>
        <a:bodyPr/>
        <a:lstStyle/>
        <a:p>
          <a:pPr rtl="0"/>
          <a:r>
            <a:rPr lang="en-US" smtClean="0"/>
            <a:t>The 8088 was a variant of this processor and used in IBM’s first personal computer (securing the success of Intel</a:t>
          </a:r>
          <a:endParaRPr lang="en-US"/>
        </a:p>
      </dgm:t>
    </dgm:pt>
    <dgm:pt modelId="{B4D563CF-7218-7246-B0E7-B1D65AC792DE}" type="parTrans" cxnId="{D2AF63C7-0CAF-6E4A-8FEA-8B47EAA8BFD3}">
      <dgm:prSet/>
      <dgm:spPr/>
      <dgm:t>
        <a:bodyPr/>
        <a:lstStyle/>
        <a:p>
          <a:endParaRPr lang="en-US"/>
        </a:p>
      </dgm:t>
    </dgm:pt>
    <dgm:pt modelId="{6624AEE6-31F5-464D-B800-8D9E4E8D6B42}" type="sibTrans" cxnId="{D2AF63C7-0CAF-6E4A-8FEA-8B47EAA8BFD3}">
      <dgm:prSet/>
      <dgm:spPr/>
      <dgm:t>
        <a:bodyPr/>
        <a:lstStyle/>
        <a:p>
          <a:endParaRPr lang="en-US"/>
        </a:p>
      </dgm:t>
    </dgm:pt>
    <dgm:pt modelId="{61620D4D-B2D7-564C-AB73-FE68A430D868}">
      <dgm:prSet custT="1"/>
      <dgm:spPr/>
      <dgm:t>
        <a:bodyPr/>
        <a:lstStyle/>
        <a:p>
          <a:pPr rtl="0"/>
          <a:r>
            <a:rPr lang="en-US" sz="1800" dirty="0" smtClean="0"/>
            <a:t>80286</a:t>
          </a:r>
          <a:endParaRPr lang="en-US" sz="1800" dirty="0"/>
        </a:p>
      </dgm:t>
    </dgm:pt>
    <dgm:pt modelId="{EBBA3479-C7FF-FC4F-B6B6-55F479FFD2EE}" type="parTrans" cxnId="{F2841867-96C4-6548-AA40-43CA89CEC616}">
      <dgm:prSet/>
      <dgm:spPr/>
      <dgm:t>
        <a:bodyPr/>
        <a:lstStyle/>
        <a:p>
          <a:endParaRPr lang="en-US"/>
        </a:p>
      </dgm:t>
    </dgm:pt>
    <dgm:pt modelId="{14E97795-6F4D-294A-89BD-1E5BF3DB7FF3}" type="sibTrans" cxnId="{F2841867-96C4-6548-AA40-43CA89CEC616}">
      <dgm:prSet/>
      <dgm:spPr/>
      <dgm:t>
        <a:bodyPr/>
        <a:lstStyle/>
        <a:p>
          <a:endParaRPr lang="en-US"/>
        </a:p>
      </dgm:t>
    </dgm:pt>
    <dgm:pt modelId="{569F40F4-D001-2049-8492-EB93961CF23A}">
      <dgm:prSet/>
      <dgm:spPr/>
      <dgm:t>
        <a:bodyPr/>
        <a:lstStyle/>
        <a:p>
          <a:pPr rtl="0"/>
          <a:r>
            <a:rPr lang="en-US" dirty="0" smtClean="0"/>
            <a:t>Extension of the 8086 enabling addressing a 16-MB memory instead of just 1MB</a:t>
          </a:r>
          <a:endParaRPr lang="en-US" dirty="0"/>
        </a:p>
      </dgm:t>
    </dgm:pt>
    <dgm:pt modelId="{30D6D011-AB9B-5446-862C-1CF16F9C532C}" type="parTrans" cxnId="{BE71E49A-B00F-6D4E-957E-BD80C5CE541D}">
      <dgm:prSet/>
      <dgm:spPr/>
      <dgm:t>
        <a:bodyPr/>
        <a:lstStyle/>
        <a:p>
          <a:endParaRPr lang="en-US"/>
        </a:p>
      </dgm:t>
    </dgm:pt>
    <dgm:pt modelId="{0CC9D92F-AEC6-5A45-9B0E-15B8B13951FD}" type="sibTrans" cxnId="{BE71E49A-B00F-6D4E-957E-BD80C5CE541D}">
      <dgm:prSet/>
      <dgm:spPr/>
      <dgm:t>
        <a:bodyPr/>
        <a:lstStyle/>
        <a:p>
          <a:endParaRPr lang="en-US"/>
        </a:p>
      </dgm:t>
    </dgm:pt>
    <dgm:pt modelId="{BB576463-553D-A548-BEAF-DA87C1976BE8}">
      <dgm:prSet custT="1"/>
      <dgm:spPr/>
      <dgm:t>
        <a:bodyPr/>
        <a:lstStyle/>
        <a:p>
          <a:pPr rtl="0"/>
          <a:r>
            <a:rPr lang="en-US" sz="1800" dirty="0" smtClean="0"/>
            <a:t>80386</a:t>
          </a:r>
          <a:endParaRPr lang="en-US" sz="1800" dirty="0"/>
        </a:p>
      </dgm:t>
    </dgm:pt>
    <dgm:pt modelId="{FB089A6E-74CD-F843-BB35-820EEA2E4BC4}" type="parTrans" cxnId="{34D7580F-E0B3-4747-9D37-75622A470EC3}">
      <dgm:prSet/>
      <dgm:spPr/>
      <dgm:t>
        <a:bodyPr/>
        <a:lstStyle/>
        <a:p>
          <a:endParaRPr lang="en-US"/>
        </a:p>
      </dgm:t>
    </dgm:pt>
    <dgm:pt modelId="{34629C30-3BC1-FB4D-8FAE-E3E60948562A}" type="sibTrans" cxnId="{34D7580F-E0B3-4747-9D37-75622A470EC3}">
      <dgm:prSet/>
      <dgm:spPr/>
      <dgm:t>
        <a:bodyPr/>
        <a:lstStyle/>
        <a:p>
          <a:endParaRPr lang="en-US"/>
        </a:p>
      </dgm:t>
    </dgm:pt>
    <dgm:pt modelId="{89639C84-F68C-6745-AA17-DCC3FAA6A289}">
      <dgm:prSet/>
      <dgm:spPr/>
      <dgm:t>
        <a:bodyPr/>
        <a:lstStyle/>
        <a:p>
          <a:pPr rtl="0"/>
          <a:r>
            <a:rPr lang="en-US" smtClean="0"/>
            <a:t>Intel’s first 32-bit machine</a:t>
          </a:r>
          <a:endParaRPr lang="en-US"/>
        </a:p>
      </dgm:t>
    </dgm:pt>
    <dgm:pt modelId="{5A28C33A-EF28-474D-89A8-2AC545DEBE40}" type="parTrans" cxnId="{3938E283-6446-F042-AAB1-5755807BEBAB}">
      <dgm:prSet/>
      <dgm:spPr/>
      <dgm:t>
        <a:bodyPr/>
        <a:lstStyle/>
        <a:p>
          <a:endParaRPr lang="en-US"/>
        </a:p>
      </dgm:t>
    </dgm:pt>
    <dgm:pt modelId="{13F76DAF-6236-CE48-9E24-5DC49D92431E}" type="sibTrans" cxnId="{3938E283-6446-F042-AAB1-5755807BEBAB}">
      <dgm:prSet/>
      <dgm:spPr/>
      <dgm:t>
        <a:bodyPr/>
        <a:lstStyle/>
        <a:p>
          <a:endParaRPr lang="en-US"/>
        </a:p>
      </dgm:t>
    </dgm:pt>
    <dgm:pt modelId="{E5AE5780-D481-104F-8689-AA1A0A3183D5}">
      <dgm:prSet/>
      <dgm:spPr/>
      <dgm:t>
        <a:bodyPr/>
        <a:lstStyle/>
        <a:p>
          <a:pPr rtl="0"/>
          <a:r>
            <a:rPr lang="en-US" smtClean="0"/>
            <a:t>First Intel processor to support multitasking</a:t>
          </a:r>
          <a:endParaRPr lang="en-US"/>
        </a:p>
      </dgm:t>
    </dgm:pt>
    <dgm:pt modelId="{C761EA2F-099E-2647-8769-668F91D3FF9A}" type="parTrans" cxnId="{3956BDCC-5D6B-6945-B251-07904639A51E}">
      <dgm:prSet/>
      <dgm:spPr/>
      <dgm:t>
        <a:bodyPr/>
        <a:lstStyle/>
        <a:p>
          <a:endParaRPr lang="en-US"/>
        </a:p>
      </dgm:t>
    </dgm:pt>
    <dgm:pt modelId="{8529F21F-D231-F94C-AE0E-5EB1DD73B94D}" type="sibTrans" cxnId="{3956BDCC-5D6B-6945-B251-07904639A51E}">
      <dgm:prSet/>
      <dgm:spPr/>
      <dgm:t>
        <a:bodyPr/>
        <a:lstStyle/>
        <a:p>
          <a:endParaRPr lang="en-US"/>
        </a:p>
      </dgm:t>
    </dgm:pt>
    <dgm:pt modelId="{27C90F37-1A06-134D-88E5-5EAAA596B510}">
      <dgm:prSet custT="1"/>
      <dgm:spPr/>
      <dgm:t>
        <a:bodyPr/>
        <a:lstStyle/>
        <a:p>
          <a:pPr rtl="0"/>
          <a:r>
            <a:rPr lang="en-US" sz="1800" dirty="0" smtClean="0"/>
            <a:t>80486</a:t>
          </a:r>
          <a:endParaRPr lang="en-US" sz="1800" dirty="0"/>
        </a:p>
      </dgm:t>
    </dgm:pt>
    <dgm:pt modelId="{BCFC2BA6-04B9-0E48-87DE-0E833B1A2920}" type="parTrans" cxnId="{5593D22F-5619-6645-9EB4-D847E4155EB4}">
      <dgm:prSet/>
      <dgm:spPr/>
      <dgm:t>
        <a:bodyPr/>
        <a:lstStyle/>
        <a:p>
          <a:endParaRPr lang="en-US"/>
        </a:p>
      </dgm:t>
    </dgm:pt>
    <dgm:pt modelId="{D505A8F8-0E02-EB4C-9C22-0157B718976C}" type="sibTrans" cxnId="{5593D22F-5619-6645-9EB4-D847E4155EB4}">
      <dgm:prSet/>
      <dgm:spPr/>
      <dgm:t>
        <a:bodyPr/>
        <a:lstStyle/>
        <a:p>
          <a:endParaRPr lang="en-US"/>
        </a:p>
      </dgm:t>
    </dgm:pt>
    <dgm:pt modelId="{CA21BC0A-169A-4A42-8DCE-08C71148342A}">
      <dgm:prSet/>
      <dgm:spPr/>
      <dgm:t>
        <a:bodyPr/>
        <a:lstStyle/>
        <a:p>
          <a:pPr rtl="0"/>
          <a:r>
            <a:rPr lang="en-US" smtClean="0"/>
            <a:t>Introduced the use of much more sophisticated and powerful cache technology and sophisticated instruction pipelining</a:t>
          </a:r>
          <a:endParaRPr lang="en-US"/>
        </a:p>
      </dgm:t>
    </dgm:pt>
    <dgm:pt modelId="{438680BD-BDCE-B943-BC9D-E93F48EDFC7C}" type="parTrans" cxnId="{D1AEC51A-9249-2F42-84E7-7D18C5F375B8}">
      <dgm:prSet/>
      <dgm:spPr/>
      <dgm:t>
        <a:bodyPr/>
        <a:lstStyle/>
        <a:p>
          <a:endParaRPr lang="en-US"/>
        </a:p>
      </dgm:t>
    </dgm:pt>
    <dgm:pt modelId="{04463E89-EA8C-4149-BED0-57A5B7C62DCA}" type="sibTrans" cxnId="{D1AEC51A-9249-2F42-84E7-7D18C5F375B8}">
      <dgm:prSet/>
      <dgm:spPr/>
      <dgm:t>
        <a:bodyPr/>
        <a:lstStyle/>
        <a:p>
          <a:endParaRPr lang="en-US"/>
        </a:p>
      </dgm:t>
    </dgm:pt>
    <dgm:pt modelId="{A634DD83-14E4-A948-B5D7-2F856B6A65C3}">
      <dgm:prSet/>
      <dgm:spPr/>
      <dgm:t>
        <a:bodyPr/>
        <a:lstStyle/>
        <a:p>
          <a:pPr rtl="0"/>
          <a:r>
            <a:rPr lang="en-US" smtClean="0"/>
            <a:t>Also offered a built-in math coprocessor</a:t>
          </a:r>
          <a:endParaRPr lang="en-US"/>
        </a:p>
      </dgm:t>
    </dgm:pt>
    <dgm:pt modelId="{60C41DA8-7F8D-534C-A35B-35112F01C12E}" type="parTrans" cxnId="{C47EC74D-456F-2A4C-A7C5-7B6BA4CF424F}">
      <dgm:prSet/>
      <dgm:spPr/>
      <dgm:t>
        <a:bodyPr/>
        <a:lstStyle/>
        <a:p>
          <a:endParaRPr lang="en-US"/>
        </a:p>
      </dgm:t>
    </dgm:pt>
    <dgm:pt modelId="{56F2B9C5-F330-104D-9DEF-4A58F878B1A1}" type="sibTrans" cxnId="{C47EC74D-456F-2A4C-A7C5-7B6BA4CF424F}">
      <dgm:prSet/>
      <dgm:spPr/>
      <dgm:t>
        <a:bodyPr/>
        <a:lstStyle/>
        <a:p>
          <a:endParaRPr lang="en-US"/>
        </a:p>
      </dgm:t>
    </dgm:pt>
    <dgm:pt modelId="{677FF645-1B91-3D41-B59F-B81EA1AAE56F}" type="pres">
      <dgm:prSet presAssocID="{B127938E-50F4-C34B-B020-995D5DBE4B6C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0FA82AC8-F473-C847-9F1E-32D1FC99A191}" type="pres">
      <dgm:prSet presAssocID="{977CAD81-6BA7-0743-8DC2-410DB7F6FCE2}" presName="composite" presStyleCnt="0"/>
      <dgm:spPr/>
      <dgm:t>
        <a:bodyPr/>
        <a:lstStyle/>
        <a:p>
          <a:endParaRPr lang="en-US"/>
        </a:p>
      </dgm:t>
    </dgm:pt>
    <dgm:pt modelId="{4F100454-1CF3-C942-BD65-DD76190E44C3}" type="pres">
      <dgm:prSet presAssocID="{977CAD81-6BA7-0743-8DC2-410DB7F6FCE2}" presName="parTx" presStyleLbl="alignNode1" presStyleIdx="0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BFBF2A3-0772-704B-A26B-0F9C645892BA}" type="pres">
      <dgm:prSet presAssocID="{977CAD81-6BA7-0743-8DC2-410DB7F6FCE2}" presName="desTx" presStyleLbl="alignAccFollow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E9A6D94-E28E-6547-801E-C318CB9418F7}" type="pres">
      <dgm:prSet presAssocID="{A7CBA08D-62E9-F944-9123-3E977CA3A571}" presName="space" presStyleCnt="0"/>
      <dgm:spPr/>
      <dgm:t>
        <a:bodyPr/>
        <a:lstStyle/>
        <a:p>
          <a:endParaRPr lang="en-US"/>
        </a:p>
      </dgm:t>
    </dgm:pt>
    <dgm:pt modelId="{B8462EE4-188F-C141-9F29-0D8F2FCA7710}" type="pres">
      <dgm:prSet presAssocID="{ED28E796-E29E-F448-892A-C7E742AB37E6}" presName="composite" presStyleCnt="0"/>
      <dgm:spPr/>
      <dgm:t>
        <a:bodyPr/>
        <a:lstStyle/>
        <a:p>
          <a:endParaRPr lang="en-US"/>
        </a:p>
      </dgm:t>
    </dgm:pt>
    <dgm:pt modelId="{6F672CE8-FADD-B54B-9F24-7FD6B08E2F30}" type="pres">
      <dgm:prSet presAssocID="{ED28E796-E29E-F448-892A-C7E742AB37E6}" presName="parTx" presStyleLbl="alignNode1" presStyleIdx="1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1BB9E97-7BDF-5A4E-BFC2-3F009BF2951D}" type="pres">
      <dgm:prSet presAssocID="{ED28E796-E29E-F448-892A-C7E742AB37E6}" presName="desTx" presStyleLbl="alignAccFollow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A51E477-D974-504B-A3AE-39260E3CE2DD}" type="pres">
      <dgm:prSet presAssocID="{5C829C6A-EBC9-2A4E-9D53-39A4A316B729}" presName="space" presStyleCnt="0"/>
      <dgm:spPr/>
      <dgm:t>
        <a:bodyPr/>
        <a:lstStyle/>
        <a:p>
          <a:endParaRPr lang="en-US"/>
        </a:p>
      </dgm:t>
    </dgm:pt>
    <dgm:pt modelId="{DE9D162F-DE57-DC44-8EA4-1668F61BAE74}" type="pres">
      <dgm:prSet presAssocID="{61620D4D-B2D7-564C-AB73-FE68A430D868}" presName="composite" presStyleCnt="0"/>
      <dgm:spPr/>
      <dgm:t>
        <a:bodyPr/>
        <a:lstStyle/>
        <a:p>
          <a:endParaRPr lang="en-US"/>
        </a:p>
      </dgm:t>
    </dgm:pt>
    <dgm:pt modelId="{162916D5-5368-F64B-9D98-7DF7F300661F}" type="pres">
      <dgm:prSet presAssocID="{61620D4D-B2D7-564C-AB73-FE68A430D868}" presName="parTx" presStyleLbl="alignNode1" presStyleIdx="2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F06B9F9-B0F5-EA48-B4F6-6821AD3DAF4C}" type="pres">
      <dgm:prSet presAssocID="{61620D4D-B2D7-564C-AB73-FE68A430D868}" presName="desTx" presStyleLbl="alignAccFollowNode1" presStyleIdx="2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E77FE2E-A2A1-C040-817D-4C92F681191F}" type="pres">
      <dgm:prSet presAssocID="{14E97795-6F4D-294A-89BD-1E5BF3DB7FF3}" presName="space" presStyleCnt="0"/>
      <dgm:spPr/>
      <dgm:t>
        <a:bodyPr/>
        <a:lstStyle/>
        <a:p>
          <a:endParaRPr lang="en-US"/>
        </a:p>
      </dgm:t>
    </dgm:pt>
    <dgm:pt modelId="{5113940B-1167-0040-88FD-396C31B4449E}" type="pres">
      <dgm:prSet presAssocID="{BB576463-553D-A548-BEAF-DA87C1976BE8}" presName="composite" presStyleCnt="0"/>
      <dgm:spPr/>
      <dgm:t>
        <a:bodyPr/>
        <a:lstStyle/>
        <a:p>
          <a:endParaRPr lang="en-US"/>
        </a:p>
      </dgm:t>
    </dgm:pt>
    <dgm:pt modelId="{1B9ECA26-4EE1-5945-8D9E-8C0ABB9F2C37}" type="pres">
      <dgm:prSet presAssocID="{BB576463-553D-A548-BEAF-DA87C1976BE8}" presName="parTx" presStyleLbl="alignNode1" presStyleIdx="3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24BCA7A-4E6A-294F-9EA3-ED3BAC2BC2A9}" type="pres">
      <dgm:prSet presAssocID="{BB576463-553D-A548-BEAF-DA87C1976BE8}" presName="desTx" presStyleLbl="alignAccFollow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285FC04-2CF0-1C48-BD54-89DF5D94620D}" type="pres">
      <dgm:prSet presAssocID="{34629C30-3BC1-FB4D-8FAE-E3E60948562A}" presName="space" presStyleCnt="0"/>
      <dgm:spPr/>
      <dgm:t>
        <a:bodyPr/>
        <a:lstStyle/>
        <a:p>
          <a:endParaRPr lang="en-US"/>
        </a:p>
      </dgm:t>
    </dgm:pt>
    <dgm:pt modelId="{A0A47FED-53DC-8C47-A5BE-689837B224D9}" type="pres">
      <dgm:prSet presAssocID="{27C90F37-1A06-134D-88E5-5EAAA596B510}" presName="composite" presStyleCnt="0"/>
      <dgm:spPr/>
      <dgm:t>
        <a:bodyPr/>
        <a:lstStyle/>
        <a:p>
          <a:endParaRPr lang="en-US"/>
        </a:p>
      </dgm:t>
    </dgm:pt>
    <dgm:pt modelId="{5FA66C6E-3604-BC4D-A31B-AE01B8FB6C85}" type="pres">
      <dgm:prSet presAssocID="{27C90F37-1A06-134D-88E5-5EAAA596B510}" presName="parTx" presStyleLbl="alignNode1" presStyleIdx="4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65417AC-B100-5C48-AE72-EFF7D37FF1C8}" type="pres">
      <dgm:prSet presAssocID="{27C90F37-1A06-134D-88E5-5EAAA596B510}" presName="desTx" presStyleLbl="alignAccFollowNode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D32779C1-6DA9-3542-B999-40BFBD4E2311}" srcId="{B127938E-50F4-C34B-B020-995D5DBE4B6C}" destId="{977CAD81-6BA7-0743-8DC2-410DB7F6FCE2}" srcOrd="0" destOrd="0" parTransId="{869311D8-5CFF-BC45-A87A-85DF9F4A36F4}" sibTransId="{A7CBA08D-62E9-F944-9123-3E977CA3A571}"/>
    <dgm:cxn modelId="{26825B62-0775-824D-934F-3CE445B796DC}" type="presOf" srcId="{E5AE5780-D481-104F-8689-AA1A0A3183D5}" destId="{424BCA7A-4E6A-294F-9EA3-ED3BAC2BC2A9}" srcOrd="0" destOrd="1" presId="urn:microsoft.com/office/officeart/2005/8/layout/hList1"/>
    <dgm:cxn modelId="{85ACE212-3529-464E-9B24-6062E369EBD0}" srcId="{977CAD81-6BA7-0743-8DC2-410DB7F6FCE2}" destId="{67E7134E-2092-C843-B55E-C1D44D002BB1}" srcOrd="1" destOrd="0" parTransId="{59598C61-E5DE-A340-9880-E922417FCF5D}" sibTransId="{097D8F75-D211-EA4B-90EF-DA203109F914}"/>
    <dgm:cxn modelId="{C47EC74D-456F-2A4C-A7C5-7B6BA4CF424F}" srcId="{27C90F37-1A06-134D-88E5-5EAAA596B510}" destId="{A634DD83-14E4-A948-B5D7-2F856B6A65C3}" srcOrd="1" destOrd="0" parTransId="{60C41DA8-7F8D-534C-A35B-35112F01C12E}" sibTransId="{56F2B9C5-F330-104D-9DEF-4A58F878B1A1}"/>
    <dgm:cxn modelId="{34D7580F-E0B3-4747-9D37-75622A470EC3}" srcId="{B127938E-50F4-C34B-B020-995D5DBE4B6C}" destId="{BB576463-553D-A548-BEAF-DA87C1976BE8}" srcOrd="3" destOrd="0" parTransId="{FB089A6E-74CD-F843-BB35-820EEA2E4BC4}" sibTransId="{34629C30-3BC1-FB4D-8FAE-E3E60948562A}"/>
    <dgm:cxn modelId="{4EC605D3-8B8B-354A-AA8E-1B2C8F49F042}" type="presOf" srcId="{ED28E796-E29E-F448-892A-C7E742AB37E6}" destId="{6F672CE8-FADD-B54B-9F24-7FD6B08E2F30}" srcOrd="0" destOrd="0" presId="urn:microsoft.com/office/officeart/2005/8/layout/hList1"/>
    <dgm:cxn modelId="{82EA615A-F8FA-8844-BF8B-459DE7CB0798}" type="presOf" srcId="{EE56D8E6-0BEA-FC43-8E00-6CC3059AE1C5}" destId="{31BB9E97-7BDF-5A4E-BFC2-3F009BF2951D}" srcOrd="0" destOrd="3" presId="urn:microsoft.com/office/officeart/2005/8/layout/hList1"/>
    <dgm:cxn modelId="{CFBA583D-6876-4D40-93E7-9D7FC90ECA35}" type="presOf" srcId="{BB576463-553D-A548-BEAF-DA87C1976BE8}" destId="{1B9ECA26-4EE1-5945-8D9E-8C0ABB9F2C37}" srcOrd="0" destOrd="0" presId="urn:microsoft.com/office/officeart/2005/8/layout/hList1"/>
    <dgm:cxn modelId="{85B02EE9-0C72-8745-B697-87BA51F0BF2B}" type="presOf" srcId="{485E70F4-8345-CB4E-96E1-42CC6A880CAB}" destId="{31BB9E97-7BDF-5A4E-BFC2-3F009BF2951D}" srcOrd="0" destOrd="0" presId="urn:microsoft.com/office/officeart/2005/8/layout/hList1"/>
    <dgm:cxn modelId="{BE71E49A-B00F-6D4E-957E-BD80C5CE541D}" srcId="{61620D4D-B2D7-564C-AB73-FE68A430D868}" destId="{569F40F4-D001-2049-8492-EB93961CF23A}" srcOrd="0" destOrd="0" parTransId="{30D6D011-AB9B-5446-862C-1CF16F9C532C}" sibTransId="{0CC9D92F-AEC6-5A45-9B0E-15B8B13951FD}"/>
    <dgm:cxn modelId="{F2841867-96C4-6548-AA40-43CA89CEC616}" srcId="{B127938E-50F4-C34B-B020-995D5DBE4B6C}" destId="{61620D4D-B2D7-564C-AB73-FE68A430D868}" srcOrd="2" destOrd="0" parTransId="{EBBA3479-C7FF-FC4F-B6B6-55F479FFD2EE}" sibTransId="{14E97795-6F4D-294A-89BD-1E5BF3DB7FF3}"/>
    <dgm:cxn modelId="{4852E3FB-CFEC-0344-A35A-5B67DFB78765}" type="presOf" srcId="{977CAD81-6BA7-0743-8DC2-410DB7F6FCE2}" destId="{4F100454-1CF3-C942-BD65-DD76190E44C3}" srcOrd="0" destOrd="0" presId="urn:microsoft.com/office/officeart/2005/8/layout/hList1"/>
    <dgm:cxn modelId="{62B2A464-085E-344B-919F-8694CD838666}" srcId="{B127938E-50F4-C34B-B020-995D5DBE4B6C}" destId="{ED28E796-E29E-F448-892A-C7E742AB37E6}" srcOrd="1" destOrd="0" parTransId="{EE60372B-B201-7146-B294-6585778C2B42}" sibTransId="{5C829C6A-EBC9-2A4E-9D53-39A4A316B729}"/>
    <dgm:cxn modelId="{7FD524C6-737E-BF42-9772-A9F11C022CB0}" srcId="{ED28E796-E29E-F448-892A-C7E742AB37E6}" destId="{5364076C-1E31-D94E-809E-7C64943410AA}" srcOrd="1" destOrd="0" parTransId="{7A1E6B08-7AA7-374B-961D-38ACCECE2745}" sibTransId="{067D459F-6C2E-7B4C-B893-FA6F93A8E53A}"/>
    <dgm:cxn modelId="{3728A9AC-1863-5249-B6A1-ACB82BF90F30}" type="presOf" srcId="{A634DD83-14E4-A948-B5D7-2F856B6A65C3}" destId="{C65417AC-B100-5C48-AE72-EFF7D37FF1C8}" srcOrd="0" destOrd="1" presId="urn:microsoft.com/office/officeart/2005/8/layout/hList1"/>
    <dgm:cxn modelId="{D2CB3790-FB3E-5342-813D-FE4BB03854A2}" type="presOf" srcId="{67E7134E-2092-C843-B55E-C1D44D002BB1}" destId="{7BFBF2A3-0772-704B-A26B-0F9C645892BA}" srcOrd="0" destOrd="1" presId="urn:microsoft.com/office/officeart/2005/8/layout/hList1"/>
    <dgm:cxn modelId="{5593D22F-5619-6645-9EB4-D847E4155EB4}" srcId="{B127938E-50F4-C34B-B020-995D5DBE4B6C}" destId="{27C90F37-1A06-134D-88E5-5EAAA596B510}" srcOrd="4" destOrd="0" parTransId="{BCFC2BA6-04B9-0E48-87DE-0E833B1A2920}" sibTransId="{D505A8F8-0E02-EB4C-9C22-0157B718976C}"/>
    <dgm:cxn modelId="{2619DB37-8499-7146-B3AB-01323B087C6A}" type="presOf" srcId="{15D727A6-43A7-1146-93D3-4FC81E42B88C}" destId="{7BFBF2A3-0772-704B-A26B-0F9C645892BA}" srcOrd="0" destOrd="2" presId="urn:microsoft.com/office/officeart/2005/8/layout/hList1"/>
    <dgm:cxn modelId="{3956BDCC-5D6B-6945-B251-07904639A51E}" srcId="{BB576463-553D-A548-BEAF-DA87C1976BE8}" destId="{E5AE5780-D481-104F-8689-AA1A0A3183D5}" srcOrd="1" destOrd="0" parTransId="{C761EA2F-099E-2647-8769-668F91D3FF9A}" sibTransId="{8529F21F-D231-F94C-AE0E-5EB1DD73B94D}"/>
    <dgm:cxn modelId="{9E9BE206-F80B-D044-AA33-31A4B08891D3}" type="presOf" srcId="{569F40F4-D001-2049-8492-EB93961CF23A}" destId="{CF06B9F9-B0F5-EA48-B4F6-6821AD3DAF4C}" srcOrd="0" destOrd="0" presId="urn:microsoft.com/office/officeart/2005/8/layout/hList1"/>
    <dgm:cxn modelId="{FA9A6227-C258-2046-8410-56CE7CE5658A}" type="presOf" srcId="{61620D4D-B2D7-564C-AB73-FE68A430D868}" destId="{162916D5-5368-F64B-9D98-7DF7F300661F}" srcOrd="0" destOrd="0" presId="urn:microsoft.com/office/officeart/2005/8/layout/hList1"/>
    <dgm:cxn modelId="{3938E283-6446-F042-AAB1-5755807BEBAB}" srcId="{BB576463-553D-A548-BEAF-DA87C1976BE8}" destId="{89639C84-F68C-6745-AA17-DCC3FAA6A289}" srcOrd="0" destOrd="0" parTransId="{5A28C33A-EF28-474D-89A8-2AC545DEBE40}" sibTransId="{13F76DAF-6236-CE48-9E24-5DC49D92431E}"/>
    <dgm:cxn modelId="{14A345BC-A88F-2948-ABEA-244E0E97C60C}" type="presOf" srcId="{89639C84-F68C-6745-AA17-DCC3FAA6A289}" destId="{424BCA7A-4E6A-294F-9EA3-ED3BAC2BC2A9}" srcOrd="0" destOrd="0" presId="urn:microsoft.com/office/officeart/2005/8/layout/hList1"/>
    <dgm:cxn modelId="{6566EAE1-9A3B-3D4A-9BFA-A8E7ABC97B89}" srcId="{977CAD81-6BA7-0743-8DC2-410DB7F6FCE2}" destId="{DB13C6DD-1E52-1844-91D9-5E02FC8320AF}" srcOrd="0" destOrd="0" parTransId="{0F77ED43-D28F-E94F-A191-D7516FB57FE4}" sibTransId="{42CAAE1D-511C-5D43-9877-026EF8E6009D}"/>
    <dgm:cxn modelId="{7F848BE3-02C9-F84A-83AF-D0325BE180AC}" type="presOf" srcId="{7C64B1DB-8D93-C843-87A2-6112C6AA7236}" destId="{31BB9E97-7BDF-5A4E-BFC2-3F009BF2951D}" srcOrd="0" destOrd="2" presId="urn:microsoft.com/office/officeart/2005/8/layout/hList1"/>
    <dgm:cxn modelId="{D2AF63C7-0CAF-6E4A-8FEA-8B47EAA8BFD3}" srcId="{ED28E796-E29E-F448-892A-C7E742AB37E6}" destId="{EE56D8E6-0BEA-FC43-8E00-6CC3059AE1C5}" srcOrd="3" destOrd="0" parTransId="{B4D563CF-7218-7246-B0E7-B1D65AC792DE}" sibTransId="{6624AEE6-31F5-464D-B800-8D9E4E8D6B42}"/>
    <dgm:cxn modelId="{CB0CA212-289F-B240-B0CB-107D5109DBBE}" type="presOf" srcId="{CA21BC0A-169A-4A42-8DCE-08C71148342A}" destId="{C65417AC-B100-5C48-AE72-EFF7D37FF1C8}" srcOrd="0" destOrd="0" presId="urn:microsoft.com/office/officeart/2005/8/layout/hList1"/>
    <dgm:cxn modelId="{83E4E32B-596C-C247-8B6C-6CFD1DDD4E54}" type="presOf" srcId="{5364076C-1E31-D94E-809E-7C64943410AA}" destId="{31BB9E97-7BDF-5A4E-BFC2-3F009BF2951D}" srcOrd="0" destOrd="1" presId="urn:microsoft.com/office/officeart/2005/8/layout/hList1"/>
    <dgm:cxn modelId="{D1AEC51A-9249-2F42-84E7-7D18C5F375B8}" srcId="{27C90F37-1A06-134D-88E5-5EAAA596B510}" destId="{CA21BC0A-169A-4A42-8DCE-08C71148342A}" srcOrd="0" destOrd="0" parTransId="{438680BD-BDCE-B943-BC9D-E93F48EDFC7C}" sibTransId="{04463E89-EA8C-4149-BED0-57A5B7C62DCA}"/>
    <dgm:cxn modelId="{5026C8BF-0EC9-EB40-835D-6DE307F7B02B}" type="presOf" srcId="{27C90F37-1A06-134D-88E5-5EAAA596B510}" destId="{5FA66C6E-3604-BC4D-A31B-AE01B8FB6C85}" srcOrd="0" destOrd="0" presId="urn:microsoft.com/office/officeart/2005/8/layout/hList1"/>
    <dgm:cxn modelId="{0D617749-BAB4-9C4A-893E-990045073D25}" type="presOf" srcId="{DB13C6DD-1E52-1844-91D9-5E02FC8320AF}" destId="{7BFBF2A3-0772-704B-A26B-0F9C645892BA}" srcOrd="0" destOrd="0" presId="urn:microsoft.com/office/officeart/2005/8/layout/hList1"/>
    <dgm:cxn modelId="{B901CCE0-B64A-BC40-A6F3-FF3A642807BE}" srcId="{ED28E796-E29E-F448-892A-C7E742AB37E6}" destId="{485E70F4-8345-CB4E-96E1-42CC6A880CAB}" srcOrd="0" destOrd="0" parTransId="{A764361D-FE56-A34B-BA6C-6393724FE922}" sibTransId="{D1AE908B-786C-CC43-993E-209EF8B27F97}"/>
    <dgm:cxn modelId="{7E0CC626-3A67-4E49-B3E9-E75EACD1C4C2}" srcId="{ED28E796-E29E-F448-892A-C7E742AB37E6}" destId="{7C64B1DB-8D93-C843-87A2-6112C6AA7236}" srcOrd="2" destOrd="0" parTransId="{E14042B3-B281-2248-8EB7-4885D22D7091}" sibTransId="{510F6365-EE1D-4A45-95ED-1E4A362FD814}"/>
    <dgm:cxn modelId="{EE9E2D2B-B9C6-554C-826B-7C2435D3F9A2}" type="presOf" srcId="{B127938E-50F4-C34B-B020-995D5DBE4B6C}" destId="{677FF645-1B91-3D41-B59F-B81EA1AAE56F}" srcOrd="0" destOrd="0" presId="urn:microsoft.com/office/officeart/2005/8/layout/hList1"/>
    <dgm:cxn modelId="{DCFE8C33-C001-6F4F-9EEE-F52F98C0DF82}" srcId="{977CAD81-6BA7-0743-8DC2-410DB7F6FCE2}" destId="{15D727A6-43A7-1146-93D3-4FC81E42B88C}" srcOrd="2" destOrd="0" parTransId="{6DD4C616-CC21-EE41-A91D-B7E995DC93C7}" sibTransId="{41A138FB-CD59-0A47-877F-8D50B93C7AC8}"/>
    <dgm:cxn modelId="{3329FED7-77FD-CD48-814A-AD969CCAEB5A}" type="presParOf" srcId="{677FF645-1B91-3D41-B59F-B81EA1AAE56F}" destId="{0FA82AC8-F473-C847-9F1E-32D1FC99A191}" srcOrd="0" destOrd="0" presId="urn:microsoft.com/office/officeart/2005/8/layout/hList1"/>
    <dgm:cxn modelId="{0C50896C-2A32-8246-AAEE-55692DD7F88B}" type="presParOf" srcId="{0FA82AC8-F473-C847-9F1E-32D1FC99A191}" destId="{4F100454-1CF3-C942-BD65-DD76190E44C3}" srcOrd="0" destOrd="0" presId="urn:microsoft.com/office/officeart/2005/8/layout/hList1"/>
    <dgm:cxn modelId="{97B6A037-C37B-AE4D-AC5F-C4DDB69324EF}" type="presParOf" srcId="{0FA82AC8-F473-C847-9F1E-32D1FC99A191}" destId="{7BFBF2A3-0772-704B-A26B-0F9C645892BA}" srcOrd="1" destOrd="0" presId="urn:microsoft.com/office/officeart/2005/8/layout/hList1"/>
    <dgm:cxn modelId="{C8087137-7122-8C45-857C-A0C2193B3277}" type="presParOf" srcId="{677FF645-1B91-3D41-B59F-B81EA1AAE56F}" destId="{6E9A6D94-E28E-6547-801E-C318CB9418F7}" srcOrd="1" destOrd="0" presId="urn:microsoft.com/office/officeart/2005/8/layout/hList1"/>
    <dgm:cxn modelId="{0184E361-1F84-3045-9412-FBD62E72EBE4}" type="presParOf" srcId="{677FF645-1B91-3D41-B59F-B81EA1AAE56F}" destId="{B8462EE4-188F-C141-9F29-0D8F2FCA7710}" srcOrd="2" destOrd="0" presId="urn:microsoft.com/office/officeart/2005/8/layout/hList1"/>
    <dgm:cxn modelId="{29AEC615-DCD1-CF44-9C6A-CDE58780B44F}" type="presParOf" srcId="{B8462EE4-188F-C141-9F29-0D8F2FCA7710}" destId="{6F672CE8-FADD-B54B-9F24-7FD6B08E2F30}" srcOrd="0" destOrd="0" presId="urn:microsoft.com/office/officeart/2005/8/layout/hList1"/>
    <dgm:cxn modelId="{799A6EB9-B4D3-7148-8F2A-E531FB05CA84}" type="presParOf" srcId="{B8462EE4-188F-C141-9F29-0D8F2FCA7710}" destId="{31BB9E97-7BDF-5A4E-BFC2-3F009BF2951D}" srcOrd="1" destOrd="0" presId="urn:microsoft.com/office/officeart/2005/8/layout/hList1"/>
    <dgm:cxn modelId="{DDBBC4FF-569D-6B4C-B8A9-BF8E9AC78585}" type="presParOf" srcId="{677FF645-1B91-3D41-B59F-B81EA1AAE56F}" destId="{8A51E477-D974-504B-A3AE-39260E3CE2DD}" srcOrd="3" destOrd="0" presId="urn:microsoft.com/office/officeart/2005/8/layout/hList1"/>
    <dgm:cxn modelId="{B56EBE3B-0F65-E047-A14C-8AD4B752DFC5}" type="presParOf" srcId="{677FF645-1B91-3D41-B59F-B81EA1AAE56F}" destId="{DE9D162F-DE57-DC44-8EA4-1668F61BAE74}" srcOrd="4" destOrd="0" presId="urn:microsoft.com/office/officeart/2005/8/layout/hList1"/>
    <dgm:cxn modelId="{C577CB24-9EB4-DD47-9D93-F94BE31E7408}" type="presParOf" srcId="{DE9D162F-DE57-DC44-8EA4-1668F61BAE74}" destId="{162916D5-5368-F64B-9D98-7DF7F300661F}" srcOrd="0" destOrd="0" presId="urn:microsoft.com/office/officeart/2005/8/layout/hList1"/>
    <dgm:cxn modelId="{BA44A3E5-B1E6-6C47-AA20-75B450062F53}" type="presParOf" srcId="{DE9D162F-DE57-DC44-8EA4-1668F61BAE74}" destId="{CF06B9F9-B0F5-EA48-B4F6-6821AD3DAF4C}" srcOrd="1" destOrd="0" presId="urn:microsoft.com/office/officeart/2005/8/layout/hList1"/>
    <dgm:cxn modelId="{BC9DEE20-E269-A946-B364-7D22949321B6}" type="presParOf" srcId="{677FF645-1B91-3D41-B59F-B81EA1AAE56F}" destId="{DE77FE2E-A2A1-C040-817D-4C92F681191F}" srcOrd="5" destOrd="0" presId="urn:microsoft.com/office/officeart/2005/8/layout/hList1"/>
    <dgm:cxn modelId="{572952C5-1E8C-EB4C-9F77-9C489BD70F36}" type="presParOf" srcId="{677FF645-1B91-3D41-B59F-B81EA1AAE56F}" destId="{5113940B-1167-0040-88FD-396C31B4449E}" srcOrd="6" destOrd="0" presId="urn:microsoft.com/office/officeart/2005/8/layout/hList1"/>
    <dgm:cxn modelId="{47751F04-1853-4C47-A6BB-98491E88B4A6}" type="presParOf" srcId="{5113940B-1167-0040-88FD-396C31B4449E}" destId="{1B9ECA26-4EE1-5945-8D9E-8C0ABB9F2C37}" srcOrd="0" destOrd="0" presId="urn:microsoft.com/office/officeart/2005/8/layout/hList1"/>
    <dgm:cxn modelId="{6B5D0557-0D5B-7D47-B884-FA7E7292ECDA}" type="presParOf" srcId="{5113940B-1167-0040-88FD-396C31B4449E}" destId="{424BCA7A-4E6A-294F-9EA3-ED3BAC2BC2A9}" srcOrd="1" destOrd="0" presId="urn:microsoft.com/office/officeart/2005/8/layout/hList1"/>
    <dgm:cxn modelId="{220520B9-25D7-F942-92C5-20B69AAB02C6}" type="presParOf" srcId="{677FF645-1B91-3D41-B59F-B81EA1AAE56F}" destId="{2285FC04-2CF0-1C48-BD54-89DF5D94620D}" srcOrd="7" destOrd="0" presId="urn:microsoft.com/office/officeart/2005/8/layout/hList1"/>
    <dgm:cxn modelId="{D4B812BC-1699-0949-AD07-82D5E3D0D8A1}" type="presParOf" srcId="{677FF645-1B91-3D41-B59F-B81EA1AAE56F}" destId="{A0A47FED-53DC-8C47-A5BE-689837B224D9}" srcOrd="8" destOrd="0" presId="urn:microsoft.com/office/officeart/2005/8/layout/hList1"/>
    <dgm:cxn modelId="{77EB7D6C-CCD5-A645-88B8-437D70689EFE}" type="presParOf" srcId="{A0A47FED-53DC-8C47-A5BE-689837B224D9}" destId="{5FA66C6E-3604-BC4D-A31B-AE01B8FB6C85}" srcOrd="0" destOrd="0" presId="urn:microsoft.com/office/officeart/2005/8/layout/hList1"/>
    <dgm:cxn modelId="{5257C333-60E3-A64B-AE34-55D31C5EC2E7}" type="presParOf" srcId="{A0A47FED-53DC-8C47-A5BE-689837B224D9}" destId="{C65417AC-B100-5C48-AE72-EFF7D37FF1C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127938E-50F4-C34B-B020-995D5DBE4B6C}" type="doc">
      <dgm:prSet loTypeId="urn:microsoft.com/office/officeart/2005/8/layout/list1" loCatId="relationship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69F40F4-D001-2049-8492-EB93961CF23A}">
      <dgm:prSet custT="1"/>
      <dgm:spPr/>
      <dgm:t>
        <a:bodyPr/>
        <a:lstStyle/>
        <a:p>
          <a:pPr rtl="0"/>
          <a:r>
            <a:rPr lang="en-US" sz="1600" dirty="0" smtClean="0"/>
            <a:t>Pentium</a:t>
          </a:r>
          <a:endParaRPr lang="en-US" sz="1600" dirty="0"/>
        </a:p>
      </dgm:t>
    </dgm:pt>
    <dgm:pt modelId="{30D6D011-AB9B-5446-862C-1CF16F9C532C}" type="parTrans" cxnId="{BE71E49A-B00F-6D4E-957E-BD80C5CE541D}">
      <dgm:prSet/>
      <dgm:spPr/>
      <dgm:t>
        <a:bodyPr/>
        <a:lstStyle/>
        <a:p>
          <a:endParaRPr lang="en-US"/>
        </a:p>
      </dgm:t>
    </dgm:pt>
    <dgm:pt modelId="{0CC9D92F-AEC6-5A45-9B0E-15B8B13951FD}" type="sibTrans" cxnId="{BE71E49A-B00F-6D4E-957E-BD80C5CE541D}">
      <dgm:prSet/>
      <dgm:spPr/>
      <dgm:t>
        <a:bodyPr/>
        <a:lstStyle/>
        <a:p>
          <a:endParaRPr lang="en-US"/>
        </a:p>
      </dgm:t>
    </dgm:pt>
    <dgm:pt modelId="{6A7BA4CB-D5FC-E841-BFAD-8C64E2BDA7A5}">
      <dgm:prSet custT="1"/>
      <dgm:spPr/>
      <dgm:t>
        <a:bodyPr/>
        <a:lstStyle/>
        <a:p>
          <a:pPr rtl="0"/>
          <a:r>
            <a:rPr lang="en-US" sz="1600" dirty="0" smtClean="0"/>
            <a:t>Pentium Pro</a:t>
          </a:r>
          <a:endParaRPr lang="en-US" sz="1600" dirty="0"/>
        </a:p>
      </dgm:t>
    </dgm:pt>
    <dgm:pt modelId="{2766593E-55A8-004A-8FDD-37EE80A4AE58}" type="parTrans" cxnId="{8E8DB0C3-0470-F24C-BD7B-9934C602F4E2}">
      <dgm:prSet/>
      <dgm:spPr/>
      <dgm:t>
        <a:bodyPr/>
        <a:lstStyle/>
        <a:p>
          <a:endParaRPr lang="en-US"/>
        </a:p>
      </dgm:t>
    </dgm:pt>
    <dgm:pt modelId="{87877A37-63D5-4544-B4AD-4A1F977F4EBF}" type="sibTrans" cxnId="{8E8DB0C3-0470-F24C-BD7B-9934C602F4E2}">
      <dgm:prSet/>
      <dgm:spPr/>
      <dgm:t>
        <a:bodyPr/>
        <a:lstStyle/>
        <a:p>
          <a:endParaRPr lang="en-US"/>
        </a:p>
      </dgm:t>
    </dgm:pt>
    <dgm:pt modelId="{44BDCDB9-7728-424C-B69B-2A96ABE9F763}">
      <dgm:prSet custT="1"/>
      <dgm:spPr/>
      <dgm:t>
        <a:bodyPr/>
        <a:lstStyle/>
        <a:p>
          <a:pPr rtl="0"/>
          <a:r>
            <a:rPr lang="en-US" sz="1600" dirty="0" smtClean="0"/>
            <a:t>Pentium II</a:t>
          </a:r>
          <a:endParaRPr lang="en-US" sz="1600" dirty="0"/>
        </a:p>
      </dgm:t>
    </dgm:pt>
    <dgm:pt modelId="{006E554D-E678-FB4C-80A9-A13A7F7F0183}" type="parTrans" cxnId="{879007A4-451B-074F-B2A7-3F544E8C5502}">
      <dgm:prSet/>
      <dgm:spPr/>
      <dgm:t>
        <a:bodyPr/>
        <a:lstStyle/>
        <a:p>
          <a:endParaRPr lang="en-US"/>
        </a:p>
      </dgm:t>
    </dgm:pt>
    <dgm:pt modelId="{46BC3C16-00B1-7E4E-A68C-06CE78B326F5}" type="sibTrans" cxnId="{879007A4-451B-074F-B2A7-3F544E8C5502}">
      <dgm:prSet/>
      <dgm:spPr/>
      <dgm:t>
        <a:bodyPr/>
        <a:lstStyle/>
        <a:p>
          <a:endParaRPr lang="en-US"/>
        </a:p>
      </dgm:t>
    </dgm:pt>
    <dgm:pt modelId="{03D78728-45C4-A348-953A-E0522B0F8C96}">
      <dgm:prSet custT="1"/>
      <dgm:spPr/>
      <dgm:t>
        <a:bodyPr/>
        <a:lstStyle/>
        <a:p>
          <a:pPr rtl="0"/>
          <a:r>
            <a:rPr lang="en-US" sz="1600" dirty="0" smtClean="0"/>
            <a:t>Pentium III</a:t>
          </a:r>
          <a:endParaRPr lang="en-US" sz="1600" dirty="0"/>
        </a:p>
      </dgm:t>
    </dgm:pt>
    <dgm:pt modelId="{140B9892-EA59-F340-989F-B27FCC6AD1C9}" type="parTrans" cxnId="{1EE5B1C5-AC79-D74D-8416-32A23541D66F}">
      <dgm:prSet/>
      <dgm:spPr/>
      <dgm:t>
        <a:bodyPr/>
        <a:lstStyle/>
        <a:p>
          <a:endParaRPr lang="en-US"/>
        </a:p>
      </dgm:t>
    </dgm:pt>
    <dgm:pt modelId="{62FB60B2-7341-B54C-ADE3-6E8F3FBA3CCE}" type="sibTrans" cxnId="{1EE5B1C5-AC79-D74D-8416-32A23541D66F}">
      <dgm:prSet/>
      <dgm:spPr/>
      <dgm:t>
        <a:bodyPr/>
        <a:lstStyle/>
        <a:p>
          <a:endParaRPr lang="en-US"/>
        </a:p>
      </dgm:t>
    </dgm:pt>
    <dgm:pt modelId="{339F5300-0DB9-9D41-8B69-9960F8E24072}">
      <dgm:prSet custT="1"/>
      <dgm:spPr/>
      <dgm:t>
        <a:bodyPr/>
        <a:lstStyle/>
        <a:p>
          <a:pPr rtl="0"/>
          <a:r>
            <a:rPr lang="en-US" sz="1600" dirty="0" smtClean="0"/>
            <a:t>Pentium 4</a:t>
          </a:r>
          <a:endParaRPr lang="en-US" sz="1600" dirty="0"/>
        </a:p>
      </dgm:t>
    </dgm:pt>
    <dgm:pt modelId="{D646A5FC-68D9-1040-90E9-4CB99DAFD171}" type="parTrans" cxnId="{9A3DEA7D-B9B3-4E44-9144-0BD38D441240}">
      <dgm:prSet/>
      <dgm:spPr/>
      <dgm:t>
        <a:bodyPr/>
        <a:lstStyle/>
        <a:p>
          <a:endParaRPr lang="en-US"/>
        </a:p>
      </dgm:t>
    </dgm:pt>
    <dgm:pt modelId="{9218AE72-C494-0940-ABF1-DB2A0C868BBF}" type="sibTrans" cxnId="{9A3DEA7D-B9B3-4E44-9144-0BD38D441240}">
      <dgm:prSet/>
      <dgm:spPr/>
      <dgm:t>
        <a:bodyPr/>
        <a:lstStyle/>
        <a:p>
          <a:endParaRPr lang="en-US"/>
        </a:p>
      </dgm:t>
    </dgm:pt>
    <dgm:pt modelId="{5D5E80AC-F885-7C43-9268-A36403B1250E}">
      <dgm:prSet custT="1"/>
      <dgm:spPr/>
      <dgm:t>
        <a:bodyPr/>
        <a:lstStyle/>
        <a:p>
          <a:pPr rtl="0"/>
          <a:r>
            <a:rPr lang="en-US" sz="1600" dirty="0" smtClean="0"/>
            <a:t>Core</a:t>
          </a:r>
          <a:endParaRPr lang="en-US" sz="1600" dirty="0"/>
        </a:p>
      </dgm:t>
    </dgm:pt>
    <dgm:pt modelId="{920E4C71-149A-B940-96D4-4E0F2F4E36F2}" type="parTrans" cxnId="{C220D081-C0B5-2348-B783-FBACE45EDA0A}">
      <dgm:prSet/>
      <dgm:spPr/>
      <dgm:t>
        <a:bodyPr/>
        <a:lstStyle/>
        <a:p>
          <a:endParaRPr lang="en-US"/>
        </a:p>
      </dgm:t>
    </dgm:pt>
    <dgm:pt modelId="{6645F16F-133A-9744-853C-95ED98390FDE}" type="sibTrans" cxnId="{C220D081-C0B5-2348-B783-FBACE45EDA0A}">
      <dgm:prSet/>
      <dgm:spPr/>
      <dgm:t>
        <a:bodyPr/>
        <a:lstStyle/>
        <a:p>
          <a:endParaRPr lang="en-US"/>
        </a:p>
      </dgm:t>
    </dgm:pt>
    <dgm:pt modelId="{C405D3A9-2378-494D-BF47-739DBC235730}">
      <dgm:prSet custT="1"/>
      <dgm:spPr/>
      <dgm:t>
        <a:bodyPr/>
        <a:lstStyle/>
        <a:p>
          <a:pPr rtl="0"/>
          <a:r>
            <a:rPr lang="en-US" sz="1600" dirty="0" smtClean="0"/>
            <a:t>Core 2</a:t>
          </a:r>
          <a:endParaRPr lang="en-US" sz="1600" dirty="0"/>
        </a:p>
      </dgm:t>
    </dgm:pt>
    <dgm:pt modelId="{6794EFD4-4C31-D849-943F-CA52C2420E32}" type="parTrans" cxnId="{6E9E6A2B-5B6F-3B49-85BB-11E41047921F}">
      <dgm:prSet/>
      <dgm:spPr/>
      <dgm:t>
        <a:bodyPr/>
        <a:lstStyle/>
        <a:p>
          <a:endParaRPr lang="en-US"/>
        </a:p>
      </dgm:t>
    </dgm:pt>
    <dgm:pt modelId="{B089544C-C433-144C-8210-EE0BA7B10C67}" type="sibTrans" cxnId="{6E9E6A2B-5B6F-3B49-85BB-11E41047921F}">
      <dgm:prSet/>
      <dgm:spPr/>
      <dgm:t>
        <a:bodyPr/>
        <a:lstStyle/>
        <a:p>
          <a:endParaRPr lang="en-US"/>
        </a:p>
      </dgm:t>
    </dgm:pt>
    <dgm:pt modelId="{5E8DC1D0-1295-D540-8DF5-3E2D07CAF092}">
      <dgm:prSet custT="1"/>
      <dgm:spPr/>
      <dgm:t>
        <a:bodyPr/>
        <a:lstStyle/>
        <a:p>
          <a:pPr rtl="0"/>
          <a:r>
            <a:rPr lang="en-US" sz="1200" dirty="0" smtClean="0"/>
            <a:t>Intel introduced the use of superscalar techniques, which allow multiple instructions to execute in parallel</a:t>
          </a:r>
          <a:endParaRPr lang="en-US" sz="1200" dirty="0"/>
        </a:p>
      </dgm:t>
    </dgm:pt>
    <dgm:pt modelId="{62F1AE2E-E52E-9B44-A41D-F0B380D0A622}" type="parTrans" cxnId="{A2A7EC56-5CEA-AF48-9833-74628C8F98C9}">
      <dgm:prSet/>
      <dgm:spPr/>
      <dgm:t>
        <a:bodyPr/>
        <a:lstStyle/>
        <a:p>
          <a:endParaRPr lang="en-US"/>
        </a:p>
      </dgm:t>
    </dgm:pt>
    <dgm:pt modelId="{4AE42F6F-87DB-174B-96A8-A0589840807A}" type="sibTrans" cxnId="{A2A7EC56-5CEA-AF48-9833-74628C8F98C9}">
      <dgm:prSet/>
      <dgm:spPr/>
      <dgm:t>
        <a:bodyPr/>
        <a:lstStyle/>
        <a:p>
          <a:endParaRPr lang="en-US"/>
        </a:p>
      </dgm:t>
    </dgm:pt>
    <dgm:pt modelId="{412936DE-44A7-8A47-B985-F8D0E7414BA5}">
      <dgm:prSet custT="1"/>
      <dgm:spPr/>
      <dgm:t>
        <a:bodyPr/>
        <a:lstStyle/>
        <a:p>
          <a:pPr rtl="0"/>
          <a:r>
            <a:rPr lang="en-US" sz="1200" dirty="0" smtClean="0"/>
            <a:t>Continued the move into superscalar organization with aggressive use of register renaming, branch prediction, data flow analysis, and speculative execution</a:t>
          </a:r>
          <a:endParaRPr lang="en-US" sz="1200" dirty="0"/>
        </a:p>
      </dgm:t>
    </dgm:pt>
    <dgm:pt modelId="{DDE61435-C888-5347-8CA9-2D6F96A54C5C}" type="parTrans" cxnId="{97D4A587-5616-5744-A0AF-1ACDA572E89D}">
      <dgm:prSet/>
      <dgm:spPr/>
      <dgm:t>
        <a:bodyPr/>
        <a:lstStyle/>
        <a:p>
          <a:endParaRPr lang="en-US"/>
        </a:p>
      </dgm:t>
    </dgm:pt>
    <dgm:pt modelId="{79C6E61C-0577-3C42-BB4E-2D0886C2A44A}" type="sibTrans" cxnId="{97D4A587-5616-5744-A0AF-1ACDA572E89D}">
      <dgm:prSet/>
      <dgm:spPr/>
      <dgm:t>
        <a:bodyPr/>
        <a:lstStyle/>
        <a:p>
          <a:endParaRPr lang="en-US"/>
        </a:p>
      </dgm:t>
    </dgm:pt>
    <dgm:pt modelId="{B10C4C9F-3EF7-6546-BE7F-B7F3622347D8}">
      <dgm:prSet custT="1"/>
      <dgm:spPr/>
      <dgm:t>
        <a:bodyPr/>
        <a:lstStyle/>
        <a:p>
          <a:pPr rtl="0"/>
          <a:r>
            <a:rPr lang="en-US" sz="1200" dirty="0" smtClean="0"/>
            <a:t>Incorporated Intel MMX technology, which is designed specifically to process video, audio, and graphics data efficiently</a:t>
          </a:r>
          <a:endParaRPr lang="en-US" sz="1200" dirty="0"/>
        </a:p>
      </dgm:t>
    </dgm:pt>
    <dgm:pt modelId="{871BEFE0-ECA8-8F40-9883-89B36B8266BD}" type="parTrans" cxnId="{CA125224-E6F4-D343-805D-00882DFB07D6}">
      <dgm:prSet/>
      <dgm:spPr/>
      <dgm:t>
        <a:bodyPr/>
        <a:lstStyle/>
        <a:p>
          <a:endParaRPr lang="en-US"/>
        </a:p>
      </dgm:t>
    </dgm:pt>
    <dgm:pt modelId="{4BAE4655-1BAA-D044-A4F4-CA82668ED604}" type="sibTrans" cxnId="{CA125224-E6F4-D343-805D-00882DFB07D6}">
      <dgm:prSet/>
      <dgm:spPr/>
      <dgm:t>
        <a:bodyPr/>
        <a:lstStyle/>
        <a:p>
          <a:endParaRPr lang="en-US"/>
        </a:p>
      </dgm:t>
    </dgm:pt>
    <dgm:pt modelId="{AAE39385-BF98-D947-B979-F5BD77CF6F71}">
      <dgm:prSet custT="1"/>
      <dgm:spPr/>
      <dgm:t>
        <a:bodyPr/>
        <a:lstStyle/>
        <a:p>
          <a:pPr rtl="0"/>
          <a:r>
            <a:rPr lang="en-US" sz="1100" dirty="0" smtClean="0"/>
            <a:t>Incorporated additional floating-point instructions</a:t>
          </a:r>
          <a:endParaRPr lang="en-US" sz="1100" dirty="0"/>
        </a:p>
      </dgm:t>
    </dgm:pt>
    <dgm:pt modelId="{995626E3-BB01-EF41-82F9-2FDB88CDA58D}" type="parTrans" cxnId="{1DCA2541-187C-CB45-A73B-B9AB44A7F46C}">
      <dgm:prSet/>
      <dgm:spPr/>
      <dgm:t>
        <a:bodyPr/>
        <a:lstStyle/>
        <a:p>
          <a:endParaRPr lang="en-US"/>
        </a:p>
      </dgm:t>
    </dgm:pt>
    <dgm:pt modelId="{A7898064-2EDF-E645-B6AB-3B2A5494014C}" type="sibTrans" cxnId="{1DCA2541-187C-CB45-A73B-B9AB44A7F46C}">
      <dgm:prSet/>
      <dgm:spPr/>
      <dgm:t>
        <a:bodyPr/>
        <a:lstStyle/>
        <a:p>
          <a:endParaRPr lang="en-US"/>
        </a:p>
      </dgm:t>
    </dgm:pt>
    <dgm:pt modelId="{47D34B6E-11DE-9A42-9EB7-69085D5DF75B}">
      <dgm:prSet custT="1"/>
      <dgm:spPr/>
      <dgm:t>
        <a:bodyPr/>
        <a:lstStyle/>
        <a:p>
          <a:pPr rtl="0"/>
          <a:r>
            <a:rPr lang="en-US" sz="1100" dirty="0" smtClean="0"/>
            <a:t>Streaming SIMD Extensions (SSE)</a:t>
          </a:r>
          <a:endParaRPr lang="en-US" sz="1100" dirty="0"/>
        </a:p>
      </dgm:t>
    </dgm:pt>
    <dgm:pt modelId="{3AEA75BA-C73E-B742-A3D1-9F8411B58091}" type="parTrans" cxnId="{BBE121FF-B78E-EC4A-9897-ABBE4FFD5C32}">
      <dgm:prSet/>
      <dgm:spPr/>
      <dgm:t>
        <a:bodyPr/>
        <a:lstStyle/>
        <a:p>
          <a:endParaRPr lang="en-US"/>
        </a:p>
      </dgm:t>
    </dgm:pt>
    <dgm:pt modelId="{3DF0D608-F0B0-6D45-A65D-00C6FB7B7933}" type="sibTrans" cxnId="{BBE121FF-B78E-EC4A-9897-ABBE4FFD5C32}">
      <dgm:prSet/>
      <dgm:spPr/>
      <dgm:t>
        <a:bodyPr/>
        <a:lstStyle/>
        <a:p>
          <a:endParaRPr lang="en-US"/>
        </a:p>
      </dgm:t>
    </dgm:pt>
    <dgm:pt modelId="{37A73B84-44FC-2645-9BBC-5780BDFB1398}">
      <dgm:prSet custT="1"/>
      <dgm:spPr/>
      <dgm:t>
        <a:bodyPr/>
        <a:lstStyle/>
        <a:p>
          <a:pPr rtl="0"/>
          <a:r>
            <a:rPr lang="en-US" sz="1200" dirty="0" smtClean="0"/>
            <a:t>Includes additional floating-point and other enhancements for multimedia</a:t>
          </a:r>
          <a:endParaRPr lang="en-US" sz="1200" dirty="0"/>
        </a:p>
      </dgm:t>
    </dgm:pt>
    <dgm:pt modelId="{D641B560-CCE0-0B4E-A4E6-460777EB0125}" type="parTrans" cxnId="{03B004DA-BEBF-2540-BA0C-2F2B9546E5C9}">
      <dgm:prSet/>
      <dgm:spPr/>
      <dgm:t>
        <a:bodyPr/>
        <a:lstStyle/>
        <a:p>
          <a:endParaRPr lang="en-US"/>
        </a:p>
      </dgm:t>
    </dgm:pt>
    <dgm:pt modelId="{82E2E51B-8AA8-104A-B6BB-AD8AC1239011}" type="sibTrans" cxnId="{03B004DA-BEBF-2540-BA0C-2F2B9546E5C9}">
      <dgm:prSet/>
      <dgm:spPr/>
      <dgm:t>
        <a:bodyPr/>
        <a:lstStyle/>
        <a:p>
          <a:endParaRPr lang="en-US"/>
        </a:p>
      </dgm:t>
    </dgm:pt>
    <dgm:pt modelId="{02DDEDD6-1B86-1446-A99C-1D81B4302A5C}">
      <dgm:prSet custT="1"/>
      <dgm:spPr/>
      <dgm:t>
        <a:bodyPr/>
        <a:lstStyle/>
        <a:p>
          <a:pPr rtl="0"/>
          <a:r>
            <a:rPr lang="en-US" sz="1200" dirty="0" smtClean="0"/>
            <a:t>First Intel x86 micro-core</a:t>
          </a:r>
          <a:endParaRPr lang="en-US" sz="1200" dirty="0"/>
        </a:p>
      </dgm:t>
    </dgm:pt>
    <dgm:pt modelId="{D134DFBD-81BC-534B-B21D-DBF70D7913C1}" type="parTrans" cxnId="{2966811C-C7C7-7B4D-B507-25F11B741878}">
      <dgm:prSet/>
      <dgm:spPr/>
      <dgm:t>
        <a:bodyPr/>
        <a:lstStyle/>
        <a:p>
          <a:endParaRPr lang="en-US"/>
        </a:p>
      </dgm:t>
    </dgm:pt>
    <dgm:pt modelId="{A37E4420-83B7-2C44-A779-7308AA9129F5}" type="sibTrans" cxnId="{2966811C-C7C7-7B4D-B507-25F11B741878}">
      <dgm:prSet/>
      <dgm:spPr/>
      <dgm:t>
        <a:bodyPr/>
        <a:lstStyle/>
        <a:p>
          <a:endParaRPr lang="en-US"/>
        </a:p>
      </dgm:t>
    </dgm:pt>
    <dgm:pt modelId="{A8240000-A112-F644-A117-C4116170132B}">
      <dgm:prSet custT="1"/>
      <dgm:spPr/>
      <dgm:t>
        <a:bodyPr/>
        <a:lstStyle/>
        <a:p>
          <a:pPr rtl="0"/>
          <a:r>
            <a:rPr lang="en-US" sz="1200" dirty="0" smtClean="0"/>
            <a:t>Extends the Core architecture to 64 bits</a:t>
          </a:r>
          <a:endParaRPr lang="en-US" sz="1200" dirty="0"/>
        </a:p>
      </dgm:t>
    </dgm:pt>
    <dgm:pt modelId="{D8F2830E-4C51-DA48-A560-3A4E61824D9C}" type="parTrans" cxnId="{381EA701-289F-AD4B-9FA4-8BC8928D7B00}">
      <dgm:prSet/>
      <dgm:spPr/>
      <dgm:t>
        <a:bodyPr/>
        <a:lstStyle/>
        <a:p>
          <a:endParaRPr lang="en-US"/>
        </a:p>
      </dgm:t>
    </dgm:pt>
    <dgm:pt modelId="{664F4C0B-A00E-EB4A-B76E-B6CED4ED1EEE}" type="sibTrans" cxnId="{381EA701-289F-AD4B-9FA4-8BC8928D7B00}">
      <dgm:prSet/>
      <dgm:spPr/>
      <dgm:t>
        <a:bodyPr/>
        <a:lstStyle/>
        <a:p>
          <a:endParaRPr lang="en-US"/>
        </a:p>
      </dgm:t>
    </dgm:pt>
    <dgm:pt modelId="{30CA52F9-53A3-3348-94AA-841006D35DDC}">
      <dgm:prSet custT="1"/>
      <dgm:spPr/>
      <dgm:t>
        <a:bodyPr/>
        <a:lstStyle/>
        <a:p>
          <a:pPr rtl="0"/>
          <a:r>
            <a:rPr lang="en-US" sz="1200" dirty="0" smtClean="0"/>
            <a:t>Core 2 Quad provides four cores on a single chip</a:t>
          </a:r>
          <a:endParaRPr lang="en-US" sz="1200" dirty="0"/>
        </a:p>
      </dgm:t>
    </dgm:pt>
    <dgm:pt modelId="{9DBE64CD-93A7-6A4F-805A-5FBADB9CC07C}" type="parTrans" cxnId="{DF7F3F78-DB6B-6C4B-B7EA-034DF0357CFB}">
      <dgm:prSet/>
      <dgm:spPr/>
      <dgm:t>
        <a:bodyPr/>
        <a:lstStyle/>
        <a:p>
          <a:endParaRPr lang="en-US"/>
        </a:p>
      </dgm:t>
    </dgm:pt>
    <dgm:pt modelId="{5978915E-69D3-8747-BD79-F810C40CE837}" type="sibTrans" cxnId="{DF7F3F78-DB6B-6C4B-B7EA-034DF0357CFB}">
      <dgm:prSet/>
      <dgm:spPr/>
      <dgm:t>
        <a:bodyPr/>
        <a:lstStyle/>
        <a:p>
          <a:endParaRPr lang="en-US"/>
        </a:p>
      </dgm:t>
    </dgm:pt>
    <dgm:pt modelId="{C44F6141-B029-B54E-9EB4-13B365A9AFB7}">
      <dgm:prSet custT="1"/>
      <dgm:spPr/>
      <dgm:t>
        <a:bodyPr/>
        <a:lstStyle/>
        <a:p>
          <a:pPr rtl="0"/>
          <a:r>
            <a:rPr lang="en-US" sz="1200" dirty="0" smtClean="0"/>
            <a:t>More recent Core offerings have up to 10 cores per chip</a:t>
          </a:r>
          <a:endParaRPr lang="en-US" sz="1200" dirty="0"/>
        </a:p>
      </dgm:t>
    </dgm:pt>
    <dgm:pt modelId="{8069DB9F-A878-744C-A4A1-E603CA4DC361}" type="parTrans" cxnId="{B845F216-DD23-8043-A38D-4634FB303C1B}">
      <dgm:prSet/>
      <dgm:spPr/>
      <dgm:t>
        <a:bodyPr/>
        <a:lstStyle/>
        <a:p>
          <a:endParaRPr lang="en-US"/>
        </a:p>
      </dgm:t>
    </dgm:pt>
    <dgm:pt modelId="{B57F7F3D-9490-3A43-8BE4-C782F6E8A093}" type="sibTrans" cxnId="{B845F216-DD23-8043-A38D-4634FB303C1B}">
      <dgm:prSet/>
      <dgm:spPr/>
      <dgm:t>
        <a:bodyPr/>
        <a:lstStyle/>
        <a:p>
          <a:endParaRPr lang="en-US"/>
        </a:p>
      </dgm:t>
    </dgm:pt>
    <dgm:pt modelId="{379F2049-138E-7846-8827-A017270CF4A2}">
      <dgm:prSet custT="1"/>
      <dgm:spPr/>
      <dgm:t>
        <a:bodyPr/>
        <a:lstStyle/>
        <a:p>
          <a:pPr rtl="0"/>
          <a:r>
            <a:rPr lang="en-US" sz="1200" dirty="0" smtClean="0"/>
            <a:t>An important addition to the architecture was the Advanced Vector Extensions instruction set</a:t>
          </a:r>
          <a:endParaRPr lang="en-US" sz="1200" dirty="0"/>
        </a:p>
      </dgm:t>
    </dgm:pt>
    <dgm:pt modelId="{34903CA0-00CE-144F-A3D9-D0C38B8F4BFC}" type="parTrans" cxnId="{FE7EFEC6-D425-FC4C-8438-5549ACEEFE8D}">
      <dgm:prSet/>
      <dgm:spPr/>
      <dgm:t>
        <a:bodyPr/>
        <a:lstStyle/>
        <a:p>
          <a:endParaRPr lang="en-US"/>
        </a:p>
      </dgm:t>
    </dgm:pt>
    <dgm:pt modelId="{6140778A-2D97-524E-88FD-47843E4F9B1B}" type="sibTrans" cxnId="{FE7EFEC6-D425-FC4C-8438-5549ACEEFE8D}">
      <dgm:prSet/>
      <dgm:spPr/>
      <dgm:t>
        <a:bodyPr/>
        <a:lstStyle/>
        <a:p>
          <a:endParaRPr lang="en-US"/>
        </a:p>
      </dgm:t>
    </dgm:pt>
    <dgm:pt modelId="{9D2D01CA-1D55-0F46-BC29-99A0F947701A}" type="pres">
      <dgm:prSet presAssocID="{B127938E-50F4-C34B-B020-995D5DBE4B6C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673E9EDD-1D12-4348-A869-17F135B64E15}" type="pres">
      <dgm:prSet presAssocID="{569F40F4-D001-2049-8492-EB93961CF23A}" presName="parentLin" presStyleCnt="0"/>
      <dgm:spPr/>
      <dgm:t>
        <a:bodyPr/>
        <a:lstStyle/>
        <a:p>
          <a:endParaRPr lang="en-US"/>
        </a:p>
      </dgm:t>
    </dgm:pt>
    <dgm:pt modelId="{D3F96DF1-E87F-884C-A16C-37C7589E4FA8}" type="pres">
      <dgm:prSet presAssocID="{569F40F4-D001-2049-8492-EB93961CF23A}" presName="parentLeftMargin" presStyleLbl="node1" presStyleIdx="0" presStyleCnt="7"/>
      <dgm:spPr/>
      <dgm:t>
        <a:bodyPr/>
        <a:lstStyle/>
        <a:p>
          <a:endParaRPr lang="en-US"/>
        </a:p>
      </dgm:t>
    </dgm:pt>
    <dgm:pt modelId="{926171EE-F438-0343-92FF-E27C41A5667F}" type="pres">
      <dgm:prSet presAssocID="{569F40F4-D001-2049-8492-EB93961CF23A}" presName="parentText" presStyleLbl="node1" presStyleIdx="0" presStyleCnt="7" custLinFactX="-2825" custLinFactNeighborX="-100000" custLinFactNeighborY="-24057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754B45F-0820-B645-B13A-4A40E63AD8F0}" type="pres">
      <dgm:prSet presAssocID="{569F40F4-D001-2049-8492-EB93961CF23A}" presName="negativeSpace" presStyleCnt="0"/>
      <dgm:spPr/>
      <dgm:t>
        <a:bodyPr/>
        <a:lstStyle/>
        <a:p>
          <a:endParaRPr lang="en-US"/>
        </a:p>
      </dgm:t>
    </dgm:pt>
    <dgm:pt modelId="{E5788940-4630-5F4E-998C-D3076EFFC840}" type="pres">
      <dgm:prSet presAssocID="{569F40F4-D001-2049-8492-EB93961CF23A}" presName="childText" presStyleLbl="conFgAcc1" presStyleIdx="0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A59E66C-6170-D548-A4C2-B3F1055FD119}" type="pres">
      <dgm:prSet presAssocID="{0CC9D92F-AEC6-5A45-9B0E-15B8B13951FD}" presName="spaceBetweenRectangles" presStyleCnt="0"/>
      <dgm:spPr/>
      <dgm:t>
        <a:bodyPr/>
        <a:lstStyle/>
        <a:p>
          <a:endParaRPr lang="en-US"/>
        </a:p>
      </dgm:t>
    </dgm:pt>
    <dgm:pt modelId="{73031C4F-D6C6-2C40-80DB-D69A38CE099E}" type="pres">
      <dgm:prSet presAssocID="{6A7BA4CB-D5FC-E841-BFAD-8C64E2BDA7A5}" presName="parentLin" presStyleCnt="0"/>
      <dgm:spPr/>
      <dgm:t>
        <a:bodyPr/>
        <a:lstStyle/>
        <a:p>
          <a:endParaRPr lang="en-US"/>
        </a:p>
      </dgm:t>
    </dgm:pt>
    <dgm:pt modelId="{3FA5681F-4DB5-394C-A05D-E513C59DEBC0}" type="pres">
      <dgm:prSet presAssocID="{6A7BA4CB-D5FC-E841-BFAD-8C64E2BDA7A5}" presName="parentLeftMargin" presStyleLbl="node1" presStyleIdx="0" presStyleCnt="7"/>
      <dgm:spPr/>
      <dgm:t>
        <a:bodyPr/>
        <a:lstStyle/>
        <a:p>
          <a:endParaRPr lang="en-US"/>
        </a:p>
      </dgm:t>
    </dgm:pt>
    <dgm:pt modelId="{87AF5CD5-0F4E-AE4E-ACEF-15012E170E95}" type="pres">
      <dgm:prSet presAssocID="{6A7BA4CB-D5FC-E841-BFAD-8C64E2BDA7A5}" presName="parentText" presStyleLbl="node1" presStyleIdx="1" presStyleCnt="7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EC22B64-02F5-4149-AA26-23AE628C33A9}" type="pres">
      <dgm:prSet presAssocID="{6A7BA4CB-D5FC-E841-BFAD-8C64E2BDA7A5}" presName="negativeSpace" presStyleCnt="0"/>
      <dgm:spPr/>
      <dgm:t>
        <a:bodyPr/>
        <a:lstStyle/>
        <a:p>
          <a:endParaRPr lang="en-US"/>
        </a:p>
      </dgm:t>
    </dgm:pt>
    <dgm:pt modelId="{DF8C5430-0B8A-3E4F-8CE4-876B02EC3DF9}" type="pres">
      <dgm:prSet presAssocID="{6A7BA4CB-D5FC-E841-BFAD-8C64E2BDA7A5}" presName="childText" presStyleLbl="conFgAcc1" presStyleIdx="1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80EAE3E-7B46-B445-B01B-6F4E4E77A1EF}" type="pres">
      <dgm:prSet presAssocID="{87877A37-63D5-4544-B4AD-4A1F977F4EBF}" presName="spaceBetweenRectangles" presStyleCnt="0"/>
      <dgm:spPr/>
      <dgm:t>
        <a:bodyPr/>
        <a:lstStyle/>
        <a:p>
          <a:endParaRPr lang="en-US"/>
        </a:p>
      </dgm:t>
    </dgm:pt>
    <dgm:pt modelId="{1A914CAF-04A4-564A-AACC-A764A8CCEFEE}" type="pres">
      <dgm:prSet presAssocID="{44BDCDB9-7728-424C-B69B-2A96ABE9F763}" presName="parentLin" presStyleCnt="0"/>
      <dgm:spPr/>
      <dgm:t>
        <a:bodyPr/>
        <a:lstStyle/>
        <a:p>
          <a:endParaRPr lang="en-US"/>
        </a:p>
      </dgm:t>
    </dgm:pt>
    <dgm:pt modelId="{CA200294-5FB6-4F47-B825-5BD863ECE0F3}" type="pres">
      <dgm:prSet presAssocID="{44BDCDB9-7728-424C-B69B-2A96ABE9F763}" presName="parentLeftMargin" presStyleLbl="node1" presStyleIdx="1" presStyleCnt="7"/>
      <dgm:spPr/>
      <dgm:t>
        <a:bodyPr/>
        <a:lstStyle/>
        <a:p>
          <a:endParaRPr lang="en-US"/>
        </a:p>
      </dgm:t>
    </dgm:pt>
    <dgm:pt modelId="{BA480AEB-DDB8-9F42-94A4-E7766303C930}" type="pres">
      <dgm:prSet presAssocID="{44BDCDB9-7728-424C-B69B-2A96ABE9F763}" presName="parentText" presStyleLbl="node1" presStyleIdx="2" presStyleCnt="7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061FAAF-2E79-7248-ABC6-35D3C19FB480}" type="pres">
      <dgm:prSet presAssocID="{44BDCDB9-7728-424C-B69B-2A96ABE9F763}" presName="negativeSpace" presStyleCnt="0"/>
      <dgm:spPr/>
      <dgm:t>
        <a:bodyPr/>
        <a:lstStyle/>
        <a:p>
          <a:endParaRPr lang="en-US"/>
        </a:p>
      </dgm:t>
    </dgm:pt>
    <dgm:pt modelId="{FDA052D9-0AC9-C64B-B9C8-5D43FB2C70FA}" type="pres">
      <dgm:prSet presAssocID="{44BDCDB9-7728-424C-B69B-2A96ABE9F763}" presName="childText" presStyleLbl="conFgAcc1" presStyleIdx="2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2501134-DBC1-DA46-BBF6-E475B0822BB9}" type="pres">
      <dgm:prSet presAssocID="{46BC3C16-00B1-7E4E-A68C-06CE78B326F5}" presName="spaceBetweenRectangles" presStyleCnt="0"/>
      <dgm:spPr/>
      <dgm:t>
        <a:bodyPr/>
        <a:lstStyle/>
        <a:p>
          <a:endParaRPr lang="en-US"/>
        </a:p>
      </dgm:t>
    </dgm:pt>
    <dgm:pt modelId="{F67C2DDB-E5EF-B247-976A-69D358E7D1D2}" type="pres">
      <dgm:prSet presAssocID="{03D78728-45C4-A348-953A-E0522B0F8C96}" presName="parentLin" presStyleCnt="0"/>
      <dgm:spPr/>
      <dgm:t>
        <a:bodyPr/>
        <a:lstStyle/>
        <a:p>
          <a:endParaRPr lang="en-US"/>
        </a:p>
      </dgm:t>
    </dgm:pt>
    <dgm:pt modelId="{1E0CE03A-38F5-7247-B032-DBFF7F2E8E34}" type="pres">
      <dgm:prSet presAssocID="{03D78728-45C4-A348-953A-E0522B0F8C96}" presName="parentLeftMargin" presStyleLbl="node1" presStyleIdx="2" presStyleCnt="7"/>
      <dgm:spPr/>
      <dgm:t>
        <a:bodyPr/>
        <a:lstStyle/>
        <a:p>
          <a:endParaRPr lang="en-US"/>
        </a:p>
      </dgm:t>
    </dgm:pt>
    <dgm:pt modelId="{4CE4F232-D387-414D-8CFB-85DC782FED43}" type="pres">
      <dgm:prSet presAssocID="{03D78728-45C4-A348-953A-E0522B0F8C96}" presName="parentText" presStyleLbl="node1" presStyleIdx="3" presStyleCnt="7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F63115A-71B3-F148-9F8C-48F6B8CF9F37}" type="pres">
      <dgm:prSet presAssocID="{03D78728-45C4-A348-953A-E0522B0F8C96}" presName="negativeSpace" presStyleCnt="0"/>
      <dgm:spPr/>
      <dgm:t>
        <a:bodyPr/>
        <a:lstStyle/>
        <a:p>
          <a:endParaRPr lang="en-US"/>
        </a:p>
      </dgm:t>
    </dgm:pt>
    <dgm:pt modelId="{49E369E3-E773-8142-BD42-3DF55CAC25A8}" type="pres">
      <dgm:prSet presAssocID="{03D78728-45C4-A348-953A-E0522B0F8C96}" presName="childText" presStyleLbl="conFgAcc1" presStyleIdx="3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3864F7F-AC4D-504E-9784-62B96FF70C88}" type="pres">
      <dgm:prSet presAssocID="{62FB60B2-7341-B54C-ADE3-6E8F3FBA3CCE}" presName="spaceBetweenRectangles" presStyleCnt="0"/>
      <dgm:spPr/>
      <dgm:t>
        <a:bodyPr/>
        <a:lstStyle/>
        <a:p>
          <a:endParaRPr lang="en-US"/>
        </a:p>
      </dgm:t>
    </dgm:pt>
    <dgm:pt modelId="{71DE48FE-8E62-D548-8C89-A1234A4BC1DC}" type="pres">
      <dgm:prSet presAssocID="{339F5300-0DB9-9D41-8B69-9960F8E24072}" presName="parentLin" presStyleCnt="0"/>
      <dgm:spPr/>
      <dgm:t>
        <a:bodyPr/>
        <a:lstStyle/>
        <a:p>
          <a:endParaRPr lang="en-US"/>
        </a:p>
      </dgm:t>
    </dgm:pt>
    <dgm:pt modelId="{64599F17-C088-3E45-ACBA-CEDD66CF1925}" type="pres">
      <dgm:prSet presAssocID="{339F5300-0DB9-9D41-8B69-9960F8E24072}" presName="parentLeftMargin" presStyleLbl="node1" presStyleIdx="3" presStyleCnt="7"/>
      <dgm:spPr/>
      <dgm:t>
        <a:bodyPr/>
        <a:lstStyle/>
        <a:p>
          <a:endParaRPr lang="en-US"/>
        </a:p>
      </dgm:t>
    </dgm:pt>
    <dgm:pt modelId="{817D5F10-0EA2-6F40-BE78-64E65F4C27C2}" type="pres">
      <dgm:prSet presAssocID="{339F5300-0DB9-9D41-8B69-9960F8E24072}" presName="parentText" presStyleLbl="node1" presStyleIdx="4" presStyleCnt="7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CCBE217-8199-7A4F-A3EE-57ABD16CBC96}" type="pres">
      <dgm:prSet presAssocID="{339F5300-0DB9-9D41-8B69-9960F8E24072}" presName="negativeSpace" presStyleCnt="0"/>
      <dgm:spPr/>
      <dgm:t>
        <a:bodyPr/>
        <a:lstStyle/>
        <a:p>
          <a:endParaRPr lang="en-US"/>
        </a:p>
      </dgm:t>
    </dgm:pt>
    <dgm:pt modelId="{48FDE051-F40E-8640-A8FC-01096C084078}" type="pres">
      <dgm:prSet presAssocID="{339F5300-0DB9-9D41-8B69-9960F8E24072}" presName="childText" presStyleLbl="conFgAcc1" presStyleIdx="4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CC17179-533E-504F-B06D-DBF621616B49}" type="pres">
      <dgm:prSet presAssocID="{9218AE72-C494-0940-ABF1-DB2A0C868BBF}" presName="spaceBetweenRectangles" presStyleCnt="0"/>
      <dgm:spPr/>
      <dgm:t>
        <a:bodyPr/>
        <a:lstStyle/>
        <a:p>
          <a:endParaRPr lang="en-US"/>
        </a:p>
      </dgm:t>
    </dgm:pt>
    <dgm:pt modelId="{DB68AA6C-F8BA-6743-82DF-3D94B4C15EE7}" type="pres">
      <dgm:prSet presAssocID="{5D5E80AC-F885-7C43-9268-A36403B1250E}" presName="parentLin" presStyleCnt="0"/>
      <dgm:spPr/>
      <dgm:t>
        <a:bodyPr/>
        <a:lstStyle/>
        <a:p>
          <a:endParaRPr lang="en-US"/>
        </a:p>
      </dgm:t>
    </dgm:pt>
    <dgm:pt modelId="{04622D2E-99E9-7F4D-BD32-033B1D5BF269}" type="pres">
      <dgm:prSet presAssocID="{5D5E80AC-F885-7C43-9268-A36403B1250E}" presName="parentLeftMargin" presStyleLbl="node1" presStyleIdx="4" presStyleCnt="7"/>
      <dgm:spPr/>
      <dgm:t>
        <a:bodyPr/>
        <a:lstStyle/>
        <a:p>
          <a:endParaRPr lang="en-US"/>
        </a:p>
      </dgm:t>
    </dgm:pt>
    <dgm:pt modelId="{874C754E-516A-9945-A098-B503B8D43702}" type="pres">
      <dgm:prSet presAssocID="{5D5E80AC-F885-7C43-9268-A36403B1250E}" presName="parentText" presStyleLbl="node1" presStyleIdx="5" presStyleCnt="7" custLinFactNeighborX="-91732" custLinFactNeighborY="-11699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DEC5539-67A3-8443-B4F3-7D952D829970}" type="pres">
      <dgm:prSet presAssocID="{5D5E80AC-F885-7C43-9268-A36403B1250E}" presName="negativeSpace" presStyleCnt="0"/>
      <dgm:spPr/>
      <dgm:t>
        <a:bodyPr/>
        <a:lstStyle/>
        <a:p>
          <a:endParaRPr lang="en-US"/>
        </a:p>
      </dgm:t>
    </dgm:pt>
    <dgm:pt modelId="{B8BC36A6-E728-5E43-8E36-6AF4256D47B0}" type="pres">
      <dgm:prSet presAssocID="{5D5E80AC-F885-7C43-9268-A36403B1250E}" presName="childText" presStyleLbl="conFgAcc1" presStyleIdx="5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10BAE88-AB82-0D4E-981D-01A7B68856A6}" type="pres">
      <dgm:prSet presAssocID="{6645F16F-133A-9744-853C-95ED98390FDE}" presName="spaceBetweenRectangles" presStyleCnt="0"/>
      <dgm:spPr/>
      <dgm:t>
        <a:bodyPr/>
        <a:lstStyle/>
        <a:p>
          <a:endParaRPr lang="en-US"/>
        </a:p>
      </dgm:t>
    </dgm:pt>
    <dgm:pt modelId="{BBCAA45D-C8D0-994B-B723-060A7F7A5466}" type="pres">
      <dgm:prSet presAssocID="{C405D3A9-2378-494D-BF47-739DBC235730}" presName="parentLin" presStyleCnt="0"/>
      <dgm:spPr/>
      <dgm:t>
        <a:bodyPr/>
        <a:lstStyle/>
        <a:p>
          <a:endParaRPr lang="en-US"/>
        </a:p>
      </dgm:t>
    </dgm:pt>
    <dgm:pt modelId="{C1F34418-7344-1841-B940-0F8221BCFD0F}" type="pres">
      <dgm:prSet presAssocID="{C405D3A9-2378-494D-BF47-739DBC235730}" presName="parentLeftMargin" presStyleLbl="node1" presStyleIdx="5" presStyleCnt="7"/>
      <dgm:spPr/>
      <dgm:t>
        <a:bodyPr/>
        <a:lstStyle/>
        <a:p>
          <a:endParaRPr lang="en-US"/>
        </a:p>
      </dgm:t>
    </dgm:pt>
    <dgm:pt modelId="{BC0D35F7-74B7-754E-83B9-9AB9D4918529}" type="pres">
      <dgm:prSet presAssocID="{C405D3A9-2378-494D-BF47-739DBC235730}" presName="parentText" presStyleLbl="node1" presStyleIdx="6" presStyleCnt="7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D7F1548-1599-BC48-8C27-77ECEFAA9475}" type="pres">
      <dgm:prSet presAssocID="{C405D3A9-2378-494D-BF47-739DBC235730}" presName="negativeSpace" presStyleCnt="0"/>
      <dgm:spPr/>
      <dgm:t>
        <a:bodyPr/>
        <a:lstStyle/>
        <a:p>
          <a:endParaRPr lang="en-US"/>
        </a:p>
      </dgm:t>
    </dgm:pt>
    <dgm:pt modelId="{6CAD52E7-AEAA-9A4C-9F8A-9E274D19AD28}" type="pres">
      <dgm:prSet presAssocID="{C405D3A9-2378-494D-BF47-739DBC235730}" presName="childText" presStyleLbl="conFgAcc1" presStyleIdx="6" presStyleCnt="7" custLinFactNeighborX="170" custLinFactNeighborY="658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6E9E6A2B-5B6F-3B49-85BB-11E41047921F}" srcId="{B127938E-50F4-C34B-B020-995D5DBE4B6C}" destId="{C405D3A9-2378-494D-BF47-739DBC235730}" srcOrd="6" destOrd="0" parTransId="{6794EFD4-4C31-D849-943F-CA52C2420E32}" sibTransId="{B089544C-C433-144C-8210-EE0BA7B10C67}"/>
    <dgm:cxn modelId="{8E4AD06E-ACE5-AB48-89A9-0727A9790240}" type="presOf" srcId="{339F5300-0DB9-9D41-8B69-9960F8E24072}" destId="{817D5F10-0EA2-6F40-BE78-64E65F4C27C2}" srcOrd="1" destOrd="0" presId="urn:microsoft.com/office/officeart/2005/8/layout/list1"/>
    <dgm:cxn modelId="{403DC97F-A40D-3E41-A3C7-F7A6F700FE76}" type="presOf" srcId="{C405D3A9-2378-494D-BF47-739DBC235730}" destId="{C1F34418-7344-1841-B940-0F8221BCFD0F}" srcOrd="0" destOrd="0" presId="urn:microsoft.com/office/officeart/2005/8/layout/list1"/>
    <dgm:cxn modelId="{D3374CBC-D34A-9B49-AC15-6536ACF57C99}" type="presOf" srcId="{379F2049-138E-7846-8827-A017270CF4A2}" destId="{6CAD52E7-AEAA-9A4C-9F8A-9E274D19AD28}" srcOrd="0" destOrd="3" presId="urn:microsoft.com/office/officeart/2005/8/layout/list1"/>
    <dgm:cxn modelId="{98CCAFC1-793B-1B45-8166-10C0E658ADDE}" type="presOf" srcId="{30CA52F9-53A3-3348-94AA-841006D35DDC}" destId="{6CAD52E7-AEAA-9A4C-9F8A-9E274D19AD28}" srcOrd="0" destOrd="1" presId="urn:microsoft.com/office/officeart/2005/8/layout/list1"/>
    <dgm:cxn modelId="{AA3AA15C-38B1-834B-A8DC-129A232EC00D}" type="presOf" srcId="{A8240000-A112-F644-A117-C4116170132B}" destId="{6CAD52E7-AEAA-9A4C-9F8A-9E274D19AD28}" srcOrd="0" destOrd="0" presId="urn:microsoft.com/office/officeart/2005/8/layout/list1"/>
    <dgm:cxn modelId="{97D4A587-5616-5744-A0AF-1ACDA572E89D}" srcId="{6A7BA4CB-D5FC-E841-BFAD-8C64E2BDA7A5}" destId="{412936DE-44A7-8A47-B985-F8D0E7414BA5}" srcOrd="0" destOrd="0" parTransId="{DDE61435-C888-5347-8CA9-2D6F96A54C5C}" sibTransId="{79C6E61C-0577-3C42-BB4E-2D0886C2A44A}"/>
    <dgm:cxn modelId="{F2A529FD-CE56-CF4C-8C12-433B7AA677CA}" type="presOf" srcId="{03D78728-45C4-A348-953A-E0522B0F8C96}" destId="{1E0CE03A-38F5-7247-B032-DBFF7F2E8E34}" srcOrd="0" destOrd="0" presId="urn:microsoft.com/office/officeart/2005/8/layout/list1"/>
    <dgm:cxn modelId="{381EA701-289F-AD4B-9FA4-8BC8928D7B00}" srcId="{C405D3A9-2378-494D-BF47-739DBC235730}" destId="{A8240000-A112-F644-A117-C4116170132B}" srcOrd="0" destOrd="0" parTransId="{D8F2830E-4C51-DA48-A560-3A4E61824D9C}" sibTransId="{664F4C0B-A00E-EB4A-B76E-B6CED4ED1EEE}"/>
    <dgm:cxn modelId="{C220D081-C0B5-2348-B783-FBACE45EDA0A}" srcId="{B127938E-50F4-C34B-B020-995D5DBE4B6C}" destId="{5D5E80AC-F885-7C43-9268-A36403B1250E}" srcOrd="5" destOrd="0" parTransId="{920E4C71-149A-B940-96D4-4E0F2F4E36F2}" sibTransId="{6645F16F-133A-9744-853C-95ED98390FDE}"/>
    <dgm:cxn modelId="{DA8B5AB1-E47A-3A4A-839B-C28C62A124A3}" type="presOf" srcId="{B127938E-50F4-C34B-B020-995D5DBE4B6C}" destId="{9D2D01CA-1D55-0F46-BC29-99A0F947701A}" srcOrd="0" destOrd="0" presId="urn:microsoft.com/office/officeart/2005/8/layout/list1"/>
    <dgm:cxn modelId="{F8153A87-B26D-0541-ABBD-ABBB9013D516}" type="presOf" srcId="{6A7BA4CB-D5FC-E841-BFAD-8C64E2BDA7A5}" destId="{87AF5CD5-0F4E-AE4E-ACEF-15012E170E95}" srcOrd="1" destOrd="0" presId="urn:microsoft.com/office/officeart/2005/8/layout/list1"/>
    <dgm:cxn modelId="{A2A7EC56-5CEA-AF48-9833-74628C8F98C9}" srcId="{569F40F4-D001-2049-8492-EB93961CF23A}" destId="{5E8DC1D0-1295-D540-8DF5-3E2D07CAF092}" srcOrd="0" destOrd="0" parTransId="{62F1AE2E-E52E-9B44-A41D-F0B380D0A622}" sibTransId="{4AE42F6F-87DB-174B-96A8-A0589840807A}"/>
    <dgm:cxn modelId="{1DCA2541-187C-CB45-A73B-B9AB44A7F46C}" srcId="{03D78728-45C4-A348-953A-E0522B0F8C96}" destId="{AAE39385-BF98-D947-B979-F5BD77CF6F71}" srcOrd="0" destOrd="0" parTransId="{995626E3-BB01-EF41-82F9-2FDB88CDA58D}" sibTransId="{A7898064-2EDF-E645-B6AB-3B2A5494014C}"/>
    <dgm:cxn modelId="{FE7EFEC6-D425-FC4C-8438-5549ACEEFE8D}" srcId="{C405D3A9-2378-494D-BF47-739DBC235730}" destId="{379F2049-138E-7846-8827-A017270CF4A2}" srcOrd="3" destOrd="0" parTransId="{34903CA0-00CE-144F-A3D9-D0C38B8F4BFC}" sibTransId="{6140778A-2D97-524E-88FD-47843E4F9B1B}"/>
    <dgm:cxn modelId="{DF7F3F78-DB6B-6C4B-B7EA-034DF0357CFB}" srcId="{C405D3A9-2378-494D-BF47-739DBC235730}" destId="{30CA52F9-53A3-3348-94AA-841006D35DDC}" srcOrd="1" destOrd="0" parTransId="{9DBE64CD-93A7-6A4F-805A-5FBADB9CC07C}" sibTransId="{5978915E-69D3-8747-BD79-F810C40CE837}"/>
    <dgm:cxn modelId="{41AB9853-0C52-944A-8FD7-A3B77A06C3DB}" type="presOf" srcId="{6A7BA4CB-D5FC-E841-BFAD-8C64E2BDA7A5}" destId="{3FA5681F-4DB5-394C-A05D-E513C59DEBC0}" srcOrd="0" destOrd="0" presId="urn:microsoft.com/office/officeart/2005/8/layout/list1"/>
    <dgm:cxn modelId="{40DA1C07-5878-BE49-BE34-9D33F12DCE32}" type="presOf" srcId="{AAE39385-BF98-D947-B979-F5BD77CF6F71}" destId="{49E369E3-E773-8142-BD42-3DF55CAC25A8}" srcOrd="0" destOrd="0" presId="urn:microsoft.com/office/officeart/2005/8/layout/list1"/>
    <dgm:cxn modelId="{2966811C-C7C7-7B4D-B507-25F11B741878}" srcId="{5D5E80AC-F885-7C43-9268-A36403B1250E}" destId="{02DDEDD6-1B86-1446-A99C-1D81B4302A5C}" srcOrd="0" destOrd="0" parTransId="{D134DFBD-81BC-534B-B21D-DBF70D7913C1}" sibTransId="{A37E4420-83B7-2C44-A779-7308AA9129F5}"/>
    <dgm:cxn modelId="{CA125224-E6F4-D343-805D-00882DFB07D6}" srcId="{44BDCDB9-7728-424C-B69B-2A96ABE9F763}" destId="{B10C4C9F-3EF7-6546-BE7F-B7F3622347D8}" srcOrd="0" destOrd="0" parTransId="{871BEFE0-ECA8-8F40-9883-89B36B8266BD}" sibTransId="{4BAE4655-1BAA-D044-A4F4-CA82668ED604}"/>
    <dgm:cxn modelId="{72D92534-80E8-3D46-A114-7B800DF1EFD7}" type="presOf" srcId="{02DDEDD6-1B86-1446-A99C-1D81B4302A5C}" destId="{B8BC36A6-E728-5E43-8E36-6AF4256D47B0}" srcOrd="0" destOrd="0" presId="urn:microsoft.com/office/officeart/2005/8/layout/list1"/>
    <dgm:cxn modelId="{2FA11463-157E-F44C-B49A-EC79CDC05277}" type="presOf" srcId="{5D5E80AC-F885-7C43-9268-A36403B1250E}" destId="{874C754E-516A-9945-A098-B503B8D43702}" srcOrd="1" destOrd="0" presId="urn:microsoft.com/office/officeart/2005/8/layout/list1"/>
    <dgm:cxn modelId="{03B004DA-BEBF-2540-BA0C-2F2B9546E5C9}" srcId="{339F5300-0DB9-9D41-8B69-9960F8E24072}" destId="{37A73B84-44FC-2645-9BBC-5780BDFB1398}" srcOrd="0" destOrd="0" parTransId="{D641B560-CCE0-0B4E-A4E6-460777EB0125}" sibTransId="{82E2E51B-8AA8-104A-B6BB-AD8AC1239011}"/>
    <dgm:cxn modelId="{B845F216-DD23-8043-A38D-4634FB303C1B}" srcId="{C405D3A9-2378-494D-BF47-739DBC235730}" destId="{C44F6141-B029-B54E-9EB4-13B365A9AFB7}" srcOrd="2" destOrd="0" parTransId="{8069DB9F-A878-744C-A4A1-E603CA4DC361}" sibTransId="{B57F7F3D-9490-3A43-8BE4-C782F6E8A093}"/>
    <dgm:cxn modelId="{4FB9BC85-E2AB-9346-A19D-74AEE32DB777}" type="presOf" srcId="{5D5E80AC-F885-7C43-9268-A36403B1250E}" destId="{04622D2E-99E9-7F4D-BD32-033B1D5BF269}" srcOrd="0" destOrd="0" presId="urn:microsoft.com/office/officeart/2005/8/layout/list1"/>
    <dgm:cxn modelId="{8CC63FCD-50CC-6B48-ADB0-6031EF4B310A}" type="presOf" srcId="{412936DE-44A7-8A47-B985-F8D0E7414BA5}" destId="{DF8C5430-0B8A-3E4F-8CE4-876B02EC3DF9}" srcOrd="0" destOrd="0" presId="urn:microsoft.com/office/officeart/2005/8/layout/list1"/>
    <dgm:cxn modelId="{49274609-0832-6C4E-9428-639E5E9A6868}" type="presOf" srcId="{44BDCDB9-7728-424C-B69B-2A96ABE9F763}" destId="{BA480AEB-DDB8-9F42-94A4-E7766303C930}" srcOrd="1" destOrd="0" presId="urn:microsoft.com/office/officeart/2005/8/layout/list1"/>
    <dgm:cxn modelId="{BBE121FF-B78E-EC4A-9897-ABBE4FFD5C32}" srcId="{03D78728-45C4-A348-953A-E0522B0F8C96}" destId="{47D34B6E-11DE-9A42-9EB7-69085D5DF75B}" srcOrd="1" destOrd="0" parTransId="{3AEA75BA-C73E-B742-A3D1-9F8411B58091}" sibTransId="{3DF0D608-F0B0-6D45-A65D-00C6FB7B7933}"/>
    <dgm:cxn modelId="{91EA4E4A-A005-4F49-885D-62E4DCC28ECA}" type="presOf" srcId="{44BDCDB9-7728-424C-B69B-2A96ABE9F763}" destId="{CA200294-5FB6-4F47-B825-5BD863ECE0F3}" srcOrd="0" destOrd="0" presId="urn:microsoft.com/office/officeart/2005/8/layout/list1"/>
    <dgm:cxn modelId="{06382747-01AB-EC46-929A-1286EF534158}" type="presOf" srcId="{569F40F4-D001-2049-8492-EB93961CF23A}" destId="{926171EE-F438-0343-92FF-E27C41A5667F}" srcOrd="1" destOrd="0" presId="urn:microsoft.com/office/officeart/2005/8/layout/list1"/>
    <dgm:cxn modelId="{1D8241DB-FD03-C345-8EC3-CF623A56B8BC}" type="presOf" srcId="{339F5300-0DB9-9D41-8B69-9960F8E24072}" destId="{64599F17-C088-3E45-ACBA-CEDD66CF1925}" srcOrd="0" destOrd="0" presId="urn:microsoft.com/office/officeart/2005/8/layout/list1"/>
    <dgm:cxn modelId="{4B403E2A-A71C-2F43-BB93-AD2CBD02EF22}" type="presOf" srcId="{5E8DC1D0-1295-D540-8DF5-3E2D07CAF092}" destId="{E5788940-4630-5F4E-998C-D3076EFFC840}" srcOrd="0" destOrd="0" presId="urn:microsoft.com/office/officeart/2005/8/layout/list1"/>
    <dgm:cxn modelId="{BB87DE03-6266-6943-8F5C-146856A4C4F4}" type="presOf" srcId="{47D34B6E-11DE-9A42-9EB7-69085D5DF75B}" destId="{49E369E3-E773-8142-BD42-3DF55CAC25A8}" srcOrd="0" destOrd="1" presId="urn:microsoft.com/office/officeart/2005/8/layout/list1"/>
    <dgm:cxn modelId="{EFE01D7F-C874-704E-B3A9-A2151D0B4E4C}" type="presOf" srcId="{37A73B84-44FC-2645-9BBC-5780BDFB1398}" destId="{48FDE051-F40E-8640-A8FC-01096C084078}" srcOrd="0" destOrd="0" presId="urn:microsoft.com/office/officeart/2005/8/layout/list1"/>
    <dgm:cxn modelId="{879007A4-451B-074F-B2A7-3F544E8C5502}" srcId="{B127938E-50F4-C34B-B020-995D5DBE4B6C}" destId="{44BDCDB9-7728-424C-B69B-2A96ABE9F763}" srcOrd="2" destOrd="0" parTransId="{006E554D-E678-FB4C-80A9-A13A7F7F0183}" sibTransId="{46BC3C16-00B1-7E4E-A68C-06CE78B326F5}"/>
    <dgm:cxn modelId="{8E8DB0C3-0470-F24C-BD7B-9934C602F4E2}" srcId="{B127938E-50F4-C34B-B020-995D5DBE4B6C}" destId="{6A7BA4CB-D5FC-E841-BFAD-8C64E2BDA7A5}" srcOrd="1" destOrd="0" parTransId="{2766593E-55A8-004A-8FDD-37EE80A4AE58}" sibTransId="{87877A37-63D5-4544-B4AD-4A1F977F4EBF}"/>
    <dgm:cxn modelId="{565D8FE6-3E21-9E4F-9B86-93DD6BA63DB9}" type="presOf" srcId="{569F40F4-D001-2049-8492-EB93961CF23A}" destId="{D3F96DF1-E87F-884C-A16C-37C7589E4FA8}" srcOrd="0" destOrd="0" presId="urn:microsoft.com/office/officeart/2005/8/layout/list1"/>
    <dgm:cxn modelId="{CA785438-A5F8-3B46-96E0-2E300D15704D}" type="presOf" srcId="{C405D3A9-2378-494D-BF47-739DBC235730}" destId="{BC0D35F7-74B7-754E-83B9-9AB9D4918529}" srcOrd="1" destOrd="0" presId="urn:microsoft.com/office/officeart/2005/8/layout/list1"/>
    <dgm:cxn modelId="{96B06069-C271-194F-8D48-F00E4C424C34}" type="presOf" srcId="{03D78728-45C4-A348-953A-E0522B0F8C96}" destId="{4CE4F232-D387-414D-8CFB-85DC782FED43}" srcOrd="1" destOrd="0" presId="urn:microsoft.com/office/officeart/2005/8/layout/list1"/>
    <dgm:cxn modelId="{7D3C5D5B-8322-5741-9D28-88BA8785B203}" type="presOf" srcId="{B10C4C9F-3EF7-6546-BE7F-B7F3622347D8}" destId="{FDA052D9-0AC9-C64B-B9C8-5D43FB2C70FA}" srcOrd="0" destOrd="0" presId="urn:microsoft.com/office/officeart/2005/8/layout/list1"/>
    <dgm:cxn modelId="{0FC56165-750D-8346-B194-8F007D74C15D}" type="presOf" srcId="{C44F6141-B029-B54E-9EB4-13B365A9AFB7}" destId="{6CAD52E7-AEAA-9A4C-9F8A-9E274D19AD28}" srcOrd="0" destOrd="2" presId="urn:microsoft.com/office/officeart/2005/8/layout/list1"/>
    <dgm:cxn modelId="{1EE5B1C5-AC79-D74D-8416-32A23541D66F}" srcId="{B127938E-50F4-C34B-B020-995D5DBE4B6C}" destId="{03D78728-45C4-A348-953A-E0522B0F8C96}" srcOrd="3" destOrd="0" parTransId="{140B9892-EA59-F340-989F-B27FCC6AD1C9}" sibTransId="{62FB60B2-7341-B54C-ADE3-6E8F3FBA3CCE}"/>
    <dgm:cxn modelId="{BE71E49A-B00F-6D4E-957E-BD80C5CE541D}" srcId="{B127938E-50F4-C34B-B020-995D5DBE4B6C}" destId="{569F40F4-D001-2049-8492-EB93961CF23A}" srcOrd="0" destOrd="0" parTransId="{30D6D011-AB9B-5446-862C-1CF16F9C532C}" sibTransId="{0CC9D92F-AEC6-5A45-9B0E-15B8B13951FD}"/>
    <dgm:cxn modelId="{9A3DEA7D-B9B3-4E44-9144-0BD38D441240}" srcId="{B127938E-50F4-C34B-B020-995D5DBE4B6C}" destId="{339F5300-0DB9-9D41-8B69-9960F8E24072}" srcOrd="4" destOrd="0" parTransId="{D646A5FC-68D9-1040-90E9-4CB99DAFD171}" sibTransId="{9218AE72-C494-0940-ABF1-DB2A0C868BBF}"/>
    <dgm:cxn modelId="{FBA4632F-2960-0546-B4E2-F76EEF1B1E8A}" type="presParOf" srcId="{9D2D01CA-1D55-0F46-BC29-99A0F947701A}" destId="{673E9EDD-1D12-4348-A869-17F135B64E15}" srcOrd="0" destOrd="0" presId="urn:microsoft.com/office/officeart/2005/8/layout/list1"/>
    <dgm:cxn modelId="{F919124F-DD82-3A4B-AC38-08F07483A24B}" type="presParOf" srcId="{673E9EDD-1D12-4348-A869-17F135B64E15}" destId="{D3F96DF1-E87F-884C-A16C-37C7589E4FA8}" srcOrd="0" destOrd="0" presId="urn:microsoft.com/office/officeart/2005/8/layout/list1"/>
    <dgm:cxn modelId="{ED69A719-263B-3244-8532-D5E31C97A0B1}" type="presParOf" srcId="{673E9EDD-1D12-4348-A869-17F135B64E15}" destId="{926171EE-F438-0343-92FF-E27C41A5667F}" srcOrd="1" destOrd="0" presId="urn:microsoft.com/office/officeart/2005/8/layout/list1"/>
    <dgm:cxn modelId="{9C87298C-1FD9-894A-8C06-D601CBDF8E68}" type="presParOf" srcId="{9D2D01CA-1D55-0F46-BC29-99A0F947701A}" destId="{5754B45F-0820-B645-B13A-4A40E63AD8F0}" srcOrd="1" destOrd="0" presId="urn:microsoft.com/office/officeart/2005/8/layout/list1"/>
    <dgm:cxn modelId="{5CB3E7BC-3837-3448-9FCC-CBE0750DB7E7}" type="presParOf" srcId="{9D2D01CA-1D55-0F46-BC29-99A0F947701A}" destId="{E5788940-4630-5F4E-998C-D3076EFFC840}" srcOrd="2" destOrd="0" presId="urn:microsoft.com/office/officeart/2005/8/layout/list1"/>
    <dgm:cxn modelId="{D9F9E9E9-CCFC-CC4B-9AD9-A11692CDE6DA}" type="presParOf" srcId="{9D2D01CA-1D55-0F46-BC29-99A0F947701A}" destId="{5A59E66C-6170-D548-A4C2-B3F1055FD119}" srcOrd="3" destOrd="0" presId="urn:microsoft.com/office/officeart/2005/8/layout/list1"/>
    <dgm:cxn modelId="{DA2B43B2-C498-454D-B272-E16C52FAFB49}" type="presParOf" srcId="{9D2D01CA-1D55-0F46-BC29-99A0F947701A}" destId="{73031C4F-D6C6-2C40-80DB-D69A38CE099E}" srcOrd="4" destOrd="0" presId="urn:microsoft.com/office/officeart/2005/8/layout/list1"/>
    <dgm:cxn modelId="{BE02D9EB-7C11-6744-A2DE-F6899BF12192}" type="presParOf" srcId="{73031C4F-D6C6-2C40-80DB-D69A38CE099E}" destId="{3FA5681F-4DB5-394C-A05D-E513C59DEBC0}" srcOrd="0" destOrd="0" presId="urn:microsoft.com/office/officeart/2005/8/layout/list1"/>
    <dgm:cxn modelId="{39268314-84BD-A344-B18F-6BE574D38189}" type="presParOf" srcId="{73031C4F-D6C6-2C40-80DB-D69A38CE099E}" destId="{87AF5CD5-0F4E-AE4E-ACEF-15012E170E95}" srcOrd="1" destOrd="0" presId="urn:microsoft.com/office/officeart/2005/8/layout/list1"/>
    <dgm:cxn modelId="{E257EB2A-7324-F14D-B855-FE121F56944A}" type="presParOf" srcId="{9D2D01CA-1D55-0F46-BC29-99A0F947701A}" destId="{2EC22B64-02F5-4149-AA26-23AE628C33A9}" srcOrd="5" destOrd="0" presId="urn:microsoft.com/office/officeart/2005/8/layout/list1"/>
    <dgm:cxn modelId="{42EA0113-7F65-4048-B73D-5E5AE9068C08}" type="presParOf" srcId="{9D2D01CA-1D55-0F46-BC29-99A0F947701A}" destId="{DF8C5430-0B8A-3E4F-8CE4-876B02EC3DF9}" srcOrd="6" destOrd="0" presId="urn:microsoft.com/office/officeart/2005/8/layout/list1"/>
    <dgm:cxn modelId="{2E27C12C-2D0B-B446-8A41-B3D7D1558472}" type="presParOf" srcId="{9D2D01CA-1D55-0F46-BC29-99A0F947701A}" destId="{380EAE3E-7B46-B445-B01B-6F4E4E77A1EF}" srcOrd="7" destOrd="0" presId="urn:microsoft.com/office/officeart/2005/8/layout/list1"/>
    <dgm:cxn modelId="{DAC5A22F-9C26-1145-ADF7-9A07C15B68C4}" type="presParOf" srcId="{9D2D01CA-1D55-0F46-BC29-99A0F947701A}" destId="{1A914CAF-04A4-564A-AACC-A764A8CCEFEE}" srcOrd="8" destOrd="0" presId="urn:microsoft.com/office/officeart/2005/8/layout/list1"/>
    <dgm:cxn modelId="{FBCF9F95-4EB3-B241-8440-68418E1F6816}" type="presParOf" srcId="{1A914CAF-04A4-564A-AACC-A764A8CCEFEE}" destId="{CA200294-5FB6-4F47-B825-5BD863ECE0F3}" srcOrd="0" destOrd="0" presId="urn:microsoft.com/office/officeart/2005/8/layout/list1"/>
    <dgm:cxn modelId="{1A914409-E741-4445-896F-B4378170023C}" type="presParOf" srcId="{1A914CAF-04A4-564A-AACC-A764A8CCEFEE}" destId="{BA480AEB-DDB8-9F42-94A4-E7766303C930}" srcOrd="1" destOrd="0" presId="urn:microsoft.com/office/officeart/2005/8/layout/list1"/>
    <dgm:cxn modelId="{DB4E0692-ED12-FE45-985B-5DBAC7777D3B}" type="presParOf" srcId="{9D2D01CA-1D55-0F46-BC29-99A0F947701A}" destId="{F061FAAF-2E79-7248-ABC6-35D3C19FB480}" srcOrd="9" destOrd="0" presId="urn:microsoft.com/office/officeart/2005/8/layout/list1"/>
    <dgm:cxn modelId="{263923F1-146D-5944-AA8E-8D6C9CE452F7}" type="presParOf" srcId="{9D2D01CA-1D55-0F46-BC29-99A0F947701A}" destId="{FDA052D9-0AC9-C64B-B9C8-5D43FB2C70FA}" srcOrd="10" destOrd="0" presId="urn:microsoft.com/office/officeart/2005/8/layout/list1"/>
    <dgm:cxn modelId="{B3E3A118-61A5-B749-B344-B5BCF7CD0248}" type="presParOf" srcId="{9D2D01CA-1D55-0F46-BC29-99A0F947701A}" destId="{22501134-DBC1-DA46-BBF6-E475B0822BB9}" srcOrd="11" destOrd="0" presId="urn:microsoft.com/office/officeart/2005/8/layout/list1"/>
    <dgm:cxn modelId="{4083CC65-DA08-AE4A-B995-E3DCE22E7777}" type="presParOf" srcId="{9D2D01CA-1D55-0F46-BC29-99A0F947701A}" destId="{F67C2DDB-E5EF-B247-976A-69D358E7D1D2}" srcOrd="12" destOrd="0" presId="urn:microsoft.com/office/officeart/2005/8/layout/list1"/>
    <dgm:cxn modelId="{7BABEA95-9913-0F4E-B4E4-C4432BEE961C}" type="presParOf" srcId="{F67C2DDB-E5EF-B247-976A-69D358E7D1D2}" destId="{1E0CE03A-38F5-7247-B032-DBFF7F2E8E34}" srcOrd="0" destOrd="0" presId="urn:microsoft.com/office/officeart/2005/8/layout/list1"/>
    <dgm:cxn modelId="{E841E399-9F01-5945-B6BB-07AE7F8EF176}" type="presParOf" srcId="{F67C2DDB-E5EF-B247-976A-69D358E7D1D2}" destId="{4CE4F232-D387-414D-8CFB-85DC782FED43}" srcOrd="1" destOrd="0" presId="urn:microsoft.com/office/officeart/2005/8/layout/list1"/>
    <dgm:cxn modelId="{4B4B1CA7-7DAF-EA42-857B-1245A9ABB5FB}" type="presParOf" srcId="{9D2D01CA-1D55-0F46-BC29-99A0F947701A}" destId="{DF63115A-71B3-F148-9F8C-48F6B8CF9F37}" srcOrd="13" destOrd="0" presId="urn:microsoft.com/office/officeart/2005/8/layout/list1"/>
    <dgm:cxn modelId="{47BD15E9-ABEB-EA4B-8995-71188621B222}" type="presParOf" srcId="{9D2D01CA-1D55-0F46-BC29-99A0F947701A}" destId="{49E369E3-E773-8142-BD42-3DF55CAC25A8}" srcOrd="14" destOrd="0" presId="urn:microsoft.com/office/officeart/2005/8/layout/list1"/>
    <dgm:cxn modelId="{8B7FA081-56C4-844B-8ECA-FB3DB7F02128}" type="presParOf" srcId="{9D2D01CA-1D55-0F46-BC29-99A0F947701A}" destId="{B3864F7F-AC4D-504E-9784-62B96FF70C88}" srcOrd="15" destOrd="0" presId="urn:microsoft.com/office/officeart/2005/8/layout/list1"/>
    <dgm:cxn modelId="{D6029360-9F78-8745-B0FE-E7A61AB5DE0C}" type="presParOf" srcId="{9D2D01CA-1D55-0F46-BC29-99A0F947701A}" destId="{71DE48FE-8E62-D548-8C89-A1234A4BC1DC}" srcOrd="16" destOrd="0" presId="urn:microsoft.com/office/officeart/2005/8/layout/list1"/>
    <dgm:cxn modelId="{A5BEFC95-2CD0-DE4E-94DD-27501D84640B}" type="presParOf" srcId="{71DE48FE-8E62-D548-8C89-A1234A4BC1DC}" destId="{64599F17-C088-3E45-ACBA-CEDD66CF1925}" srcOrd="0" destOrd="0" presId="urn:microsoft.com/office/officeart/2005/8/layout/list1"/>
    <dgm:cxn modelId="{21E8F106-062C-0B47-9B8B-6A240418ADA1}" type="presParOf" srcId="{71DE48FE-8E62-D548-8C89-A1234A4BC1DC}" destId="{817D5F10-0EA2-6F40-BE78-64E65F4C27C2}" srcOrd="1" destOrd="0" presId="urn:microsoft.com/office/officeart/2005/8/layout/list1"/>
    <dgm:cxn modelId="{679F1E71-8C66-EA4D-850A-6B0B654F4A39}" type="presParOf" srcId="{9D2D01CA-1D55-0F46-BC29-99A0F947701A}" destId="{3CCBE217-8199-7A4F-A3EE-57ABD16CBC96}" srcOrd="17" destOrd="0" presId="urn:microsoft.com/office/officeart/2005/8/layout/list1"/>
    <dgm:cxn modelId="{DD2943BA-13CD-144A-84E6-821DE4826EE0}" type="presParOf" srcId="{9D2D01CA-1D55-0F46-BC29-99A0F947701A}" destId="{48FDE051-F40E-8640-A8FC-01096C084078}" srcOrd="18" destOrd="0" presId="urn:microsoft.com/office/officeart/2005/8/layout/list1"/>
    <dgm:cxn modelId="{3C6AD34C-C501-774E-98DC-E515227720A7}" type="presParOf" srcId="{9D2D01CA-1D55-0F46-BC29-99A0F947701A}" destId="{0CC17179-533E-504F-B06D-DBF621616B49}" srcOrd="19" destOrd="0" presId="urn:microsoft.com/office/officeart/2005/8/layout/list1"/>
    <dgm:cxn modelId="{CB2231B3-8C3B-E842-8A76-F748BCA3F3CF}" type="presParOf" srcId="{9D2D01CA-1D55-0F46-BC29-99A0F947701A}" destId="{DB68AA6C-F8BA-6743-82DF-3D94B4C15EE7}" srcOrd="20" destOrd="0" presId="urn:microsoft.com/office/officeart/2005/8/layout/list1"/>
    <dgm:cxn modelId="{F5F7F775-E220-964E-A0B3-11D059779E54}" type="presParOf" srcId="{DB68AA6C-F8BA-6743-82DF-3D94B4C15EE7}" destId="{04622D2E-99E9-7F4D-BD32-033B1D5BF269}" srcOrd="0" destOrd="0" presId="urn:microsoft.com/office/officeart/2005/8/layout/list1"/>
    <dgm:cxn modelId="{D8A5CDE3-BECC-3B44-9C34-2F1080344709}" type="presParOf" srcId="{DB68AA6C-F8BA-6743-82DF-3D94B4C15EE7}" destId="{874C754E-516A-9945-A098-B503B8D43702}" srcOrd="1" destOrd="0" presId="urn:microsoft.com/office/officeart/2005/8/layout/list1"/>
    <dgm:cxn modelId="{0E3E63BA-ADDC-EA40-975B-23FACABDBB4F}" type="presParOf" srcId="{9D2D01CA-1D55-0F46-BC29-99A0F947701A}" destId="{DDEC5539-67A3-8443-B4F3-7D952D829970}" srcOrd="21" destOrd="0" presId="urn:microsoft.com/office/officeart/2005/8/layout/list1"/>
    <dgm:cxn modelId="{018DE34F-39DD-0F42-8D86-E20773CB5659}" type="presParOf" srcId="{9D2D01CA-1D55-0F46-BC29-99A0F947701A}" destId="{B8BC36A6-E728-5E43-8E36-6AF4256D47B0}" srcOrd="22" destOrd="0" presId="urn:microsoft.com/office/officeart/2005/8/layout/list1"/>
    <dgm:cxn modelId="{78330D5B-F9A3-8F48-BDAF-1FD8766CBB36}" type="presParOf" srcId="{9D2D01CA-1D55-0F46-BC29-99A0F947701A}" destId="{A10BAE88-AB82-0D4E-981D-01A7B68856A6}" srcOrd="23" destOrd="0" presId="urn:microsoft.com/office/officeart/2005/8/layout/list1"/>
    <dgm:cxn modelId="{09CA2363-F26A-4C43-B908-7CF30CC023B1}" type="presParOf" srcId="{9D2D01CA-1D55-0F46-BC29-99A0F947701A}" destId="{BBCAA45D-C8D0-994B-B723-060A7F7A5466}" srcOrd="24" destOrd="0" presId="urn:microsoft.com/office/officeart/2005/8/layout/list1"/>
    <dgm:cxn modelId="{C000664A-2318-CA4A-AB6A-E6792B6BA00B}" type="presParOf" srcId="{BBCAA45D-C8D0-994B-B723-060A7F7A5466}" destId="{C1F34418-7344-1841-B940-0F8221BCFD0F}" srcOrd="0" destOrd="0" presId="urn:microsoft.com/office/officeart/2005/8/layout/list1"/>
    <dgm:cxn modelId="{CF5E7AA4-B4AB-9D4F-A89A-48A44426CF21}" type="presParOf" srcId="{BBCAA45D-C8D0-994B-B723-060A7F7A5466}" destId="{BC0D35F7-74B7-754E-83B9-9AB9D4918529}" srcOrd="1" destOrd="0" presId="urn:microsoft.com/office/officeart/2005/8/layout/list1"/>
    <dgm:cxn modelId="{2FB79DFE-80B2-8C40-96A4-B441AF414243}" type="presParOf" srcId="{9D2D01CA-1D55-0F46-BC29-99A0F947701A}" destId="{6D7F1548-1599-BC48-8C27-77ECEFAA9475}" srcOrd="25" destOrd="0" presId="urn:microsoft.com/office/officeart/2005/8/layout/list1"/>
    <dgm:cxn modelId="{4C69CA82-19AC-B840-8F6B-7E232BF2E50D}" type="presParOf" srcId="{9D2D01CA-1D55-0F46-BC29-99A0F947701A}" destId="{6CAD52E7-AEAA-9A4C-9F8A-9E274D19AD28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BF2892F-FCF7-3A4B-98FF-B2F4650C826A}" type="doc">
      <dgm:prSet loTypeId="urn:microsoft.com/office/officeart/2005/8/layout/target3" loCatId="relationship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123246F-22CB-4443-8352-EA007740BEA0}">
      <dgm:prSet/>
      <dgm:spPr/>
      <dgm:t>
        <a:bodyPr/>
        <a:lstStyle/>
        <a:p>
          <a:pPr rtl="0"/>
          <a:r>
            <a:rPr lang="en-US" smtClean="0"/>
            <a:t>Refers to a processor architecture that has evolved from RISC design principles and is used in embedded systems</a:t>
          </a:r>
          <a:endParaRPr lang="en-US"/>
        </a:p>
      </dgm:t>
    </dgm:pt>
    <dgm:pt modelId="{597042A9-26FA-5C48-B0FB-ED65414BA098}" type="parTrans" cxnId="{0B9B3273-E083-6D47-9605-D038113B76FD}">
      <dgm:prSet/>
      <dgm:spPr/>
      <dgm:t>
        <a:bodyPr/>
        <a:lstStyle/>
        <a:p>
          <a:endParaRPr lang="en-US"/>
        </a:p>
      </dgm:t>
    </dgm:pt>
    <dgm:pt modelId="{07B2F954-0EBC-2943-B6CB-B4F187E74277}" type="sibTrans" cxnId="{0B9B3273-E083-6D47-9605-D038113B76FD}">
      <dgm:prSet/>
      <dgm:spPr/>
      <dgm:t>
        <a:bodyPr/>
        <a:lstStyle/>
        <a:p>
          <a:endParaRPr lang="en-US"/>
        </a:p>
      </dgm:t>
    </dgm:pt>
    <dgm:pt modelId="{E741DB30-206C-774F-9FE4-22DEB55538FF}">
      <dgm:prSet/>
      <dgm:spPr/>
      <dgm:t>
        <a:bodyPr/>
        <a:lstStyle/>
        <a:p>
          <a:pPr rtl="0"/>
          <a:r>
            <a:rPr lang="en-US" dirty="0" smtClean="0"/>
            <a:t>Family of RISC-based microprocessors and microcontrollers designed by ARM Holdings, Cambridge, England</a:t>
          </a:r>
          <a:endParaRPr lang="en-US" dirty="0"/>
        </a:p>
      </dgm:t>
    </dgm:pt>
    <dgm:pt modelId="{E11DF189-81A0-DE40-BFC0-797A523C3E95}" type="parTrans" cxnId="{73551A1C-1254-4A42-AF91-0B2DC4A56449}">
      <dgm:prSet/>
      <dgm:spPr/>
      <dgm:t>
        <a:bodyPr/>
        <a:lstStyle/>
        <a:p>
          <a:endParaRPr lang="en-US"/>
        </a:p>
      </dgm:t>
    </dgm:pt>
    <dgm:pt modelId="{FF06B8F3-1F86-8140-9B9F-E235AE5E10C5}" type="sibTrans" cxnId="{73551A1C-1254-4A42-AF91-0B2DC4A56449}">
      <dgm:prSet/>
      <dgm:spPr/>
      <dgm:t>
        <a:bodyPr/>
        <a:lstStyle/>
        <a:p>
          <a:endParaRPr lang="en-US"/>
        </a:p>
      </dgm:t>
    </dgm:pt>
    <dgm:pt modelId="{E24C8E8A-770D-5B42-9276-16CAD8070F05}">
      <dgm:prSet/>
      <dgm:spPr/>
      <dgm:t>
        <a:bodyPr/>
        <a:lstStyle/>
        <a:p>
          <a:pPr rtl="0"/>
          <a:r>
            <a:rPr lang="en-US" smtClean="0"/>
            <a:t>Chips are high-speed processors that are known for their small die size and low power requirements</a:t>
          </a:r>
          <a:endParaRPr lang="en-US"/>
        </a:p>
      </dgm:t>
    </dgm:pt>
    <dgm:pt modelId="{7B4DA492-5B82-0C40-94A2-C1B1175CF320}" type="parTrans" cxnId="{A380C853-BD63-ED44-8CB7-78C75020B6A9}">
      <dgm:prSet/>
      <dgm:spPr/>
      <dgm:t>
        <a:bodyPr/>
        <a:lstStyle/>
        <a:p>
          <a:endParaRPr lang="en-US"/>
        </a:p>
      </dgm:t>
    </dgm:pt>
    <dgm:pt modelId="{482C19A7-4BEC-7642-A198-D0ABB1202A63}" type="sibTrans" cxnId="{A380C853-BD63-ED44-8CB7-78C75020B6A9}">
      <dgm:prSet/>
      <dgm:spPr/>
      <dgm:t>
        <a:bodyPr/>
        <a:lstStyle/>
        <a:p>
          <a:endParaRPr lang="en-US"/>
        </a:p>
      </dgm:t>
    </dgm:pt>
    <dgm:pt modelId="{6E0E09CF-535C-9F4A-9D42-DCA4647452B0}">
      <dgm:prSet/>
      <dgm:spPr/>
      <dgm:t>
        <a:bodyPr/>
        <a:lstStyle/>
        <a:p>
          <a:pPr rtl="0"/>
          <a:r>
            <a:rPr lang="en-US" smtClean="0"/>
            <a:t>Probably the most widely used embedded processor architecture and indeed the most widely used processor architecture of any kind in the world</a:t>
          </a:r>
          <a:endParaRPr lang="en-US"/>
        </a:p>
      </dgm:t>
    </dgm:pt>
    <dgm:pt modelId="{0FA56BE3-C9E3-CF45-9C91-DCD16A1C680C}" type="parTrans" cxnId="{0583210F-6658-E941-97B5-990E4BF53B0E}">
      <dgm:prSet/>
      <dgm:spPr/>
      <dgm:t>
        <a:bodyPr/>
        <a:lstStyle/>
        <a:p>
          <a:endParaRPr lang="en-US"/>
        </a:p>
      </dgm:t>
    </dgm:pt>
    <dgm:pt modelId="{913AF2FA-D9DD-6A44-BACF-81C7590E85C8}" type="sibTrans" cxnId="{0583210F-6658-E941-97B5-990E4BF53B0E}">
      <dgm:prSet/>
      <dgm:spPr/>
      <dgm:t>
        <a:bodyPr/>
        <a:lstStyle/>
        <a:p>
          <a:endParaRPr lang="en-US"/>
        </a:p>
      </dgm:t>
    </dgm:pt>
    <dgm:pt modelId="{4C699249-4DD6-B04C-8DE1-FD90DFF21924}">
      <dgm:prSet/>
      <dgm:spPr/>
      <dgm:t>
        <a:bodyPr/>
        <a:lstStyle/>
        <a:p>
          <a:pPr rtl="0"/>
          <a:r>
            <a:rPr lang="en-US" smtClean="0"/>
            <a:t>Acorn RISC Machine/Advanced RISC Machine</a:t>
          </a:r>
          <a:endParaRPr lang="en-US"/>
        </a:p>
      </dgm:t>
    </dgm:pt>
    <dgm:pt modelId="{641C02CC-C464-5749-9F00-88CCBC3A2BF1}" type="parTrans" cxnId="{D9427F64-74F0-3748-8569-AD6417A0EB19}">
      <dgm:prSet/>
      <dgm:spPr/>
      <dgm:t>
        <a:bodyPr/>
        <a:lstStyle/>
        <a:p>
          <a:endParaRPr lang="en-US"/>
        </a:p>
      </dgm:t>
    </dgm:pt>
    <dgm:pt modelId="{5FB25D44-B2D6-FE42-8282-DC4B82756DF5}" type="sibTrans" cxnId="{D9427F64-74F0-3748-8569-AD6417A0EB19}">
      <dgm:prSet/>
      <dgm:spPr/>
      <dgm:t>
        <a:bodyPr/>
        <a:lstStyle/>
        <a:p>
          <a:endParaRPr lang="en-US"/>
        </a:p>
      </dgm:t>
    </dgm:pt>
    <dgm:pt modelId="{4CAA11AB-C3B6-7742-B856-B8BEE4690829}" type="pres">
      <dgm:prSet presAssocID="{FBF2892F-FCF7-3A4B-98FF-B2F4650C826A}" presName="Name0" presStyleCnt="0">
        <dgm:presLayoutVars>
          <dgm:chMax val="7"/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7E5E71E9-02DD-8F4B-A764-3EE25B482476}" type="pres">
      <dgm:prSet presAssocID="{1123246F-22CB-4443-8352-EA007740BEA0}" presName="circle1" presStyleLbl="node1" presStyleIdx="0" presStyleCnt="5"/>
      <dgm:spPr/>
    </dgm:pt>
    <dgm:pt modelId="{A339D49C-3675-ED44-AA24-21007938E703}" type="pres">
      <dgm:prSet presAssocID="{1123246F-22CB-4443-8352-EA007740BEA0}" presName="space" presStyleCnt="0"/>
      <dgm:spPr/>
    </dgm:pt>
    <dgm:pt modelId="{CA2649DD-3136-744F-8618-39E3378CD44E}" type="pres">
      <dgm:prSet presAssocID="{1123246F-22CB-4443-8352-EA007740BEA0}" presName="rect1" presStyleLbl="alignAcc1" presStyleIdx="0" presStyleCnt="5" custLinFactNeighborX="-259" custLinFactNeighborY="2337"/>
      <dgm:spPr/>
      <dgm:t>
        <a:bodyPr/>
        <a:lstStyle/>
        <a:p>
          <a:endParaRPr lang="en-US"/>
        </a:p>
      </dgm:t>
    </dgm:pt>
    <dgm:pt modelId="{86564882-C43B-5F44-9E2B-7C3273C25D25}" type="pres">
      <dgm:prSet presAssocID="{E741DB30-206C-774F-9FE4-22DEB55538FF}" presName="vertSpace2" presStyleLbl="node1" presStyleIdx="0" presStyleCnt="5"/>
      <dgm:spPr/>
    </dgm:pt>
    <dgm:pt modelId="{30FF8077-7F83-324F-B1D6-2D388D1A859E}" type="pres">
      <dgm:prSet presAssocID="{E741DB30-206C-774F-9FE4-22DEB55538FF}" presName="circle2" presStyleLbl="node1" presStyleIdx="1" presStyleCnt="5"/>
      <dgm:spPr/>
    </dgm:pt>
    <dgm:pt modelId="{52EA27E7-5658-A04C-872B-736FE36E95B9}" type="pres">
      <dgm:prSet presAssocID="{E741DB30-206C-774F-9FE4-22DEB55538FF}" presName="rect2" presStyleLbl="alignAcc1" presStyleIdx="1" presStyleCnt="5"/>
      <dgm:spPr/>
      <dgm:t>
        <a:bodyPr/>
        <a:lstStyle/>
        <a:p>
          <a:endParaRPr lang="en-US"/>
        </a:p>
      </dgm:t>
    </dgm:pt>
    <dgm:pt modelId="{D286EAF9-10A1-BC48-90B9-9EF3F0252513}" type="pres">
      <dgm:prSet presAssocID="{E24C8E8A-770D-5B42-9276-16CAD8070F05}" presName="vertSpace3" presStyleLbl="node1" presStyleIdx="1" presStyleCnt="5"/>
      <dgm:spPr/>
    </dgm:pt>
    <dgm:pt modelId="{890FD210-37B1-924A-ACE3-EC4AF3723DA8}" type="pres">
      <dgm:prSet presAssocID="{E24C8E8A-770D-5B42-9276-16CAD8070F05}" presName="circle3" presStyleLbl="node1" presStyleIdx="2" presStyleCnt="5"/>
      <dgm:spPr/>
    </dgm:pt>
    <dgm:pt modelId="{8E427BFD-68F7-9144-84C4-B6F555C3E9C2}" type="pres">
      <dgm:prSet presAssocID="{E24C8E8A-770D-5B42-9276-16CAD8070F05}" presName="rect3" presStyleLbl="alignAcc1" presStyleIdx="2" presStyleCnt="5"/>
      <dgm:spPr/>
      <dgm:t>
        <a:bodyPr/>
        <a:lstStyle/>
        <a:p>
          <a:endParaRPr lang="en-US"/>
        </a:p>
      </dgm:t>
    </dgm:pt>
    <dgm:pt modelId="{88B52972-5B56-814E-9276-2870F1EFB52E}" type="pres">
      <dgm:prSet presAssocID="{6E0E09CF-535C-9F4A-9D42-DCA4647452B0}" presName="vertSpace4" presStyleLbl="node1" presStyleIdx="2" presStyleCnt="5"/>
      <dgm:spPr/>
    </dgm:pt>
    <dgm:pt modelId="{CB5F8675-4706-0A49-8834-410E77301F2D}" type="pres">
      <dgm:prSet presAssocID="{6E0E09CF-535C-9F4A-9D42-DCA4647452B0}" presName="circle4" presStyleLbl="node1" presStyleIdx="3" presStyleCnt="5"/>
      <dgm:spPr/>
    </dgm:pt>
    <dgm:pt modelId="{278E313F-4732-FB48-ADB3-EB7BAA2F0AD8}" type="pres">
      <dgm:prSet presAssocID="{6E0E09CF-535C-9F4A-9D42-DCA4647452B0}" presName="rect4" presStyleLbl="alignAcc1" presStyleIdx="3" presStyleCnt="5"/>
      <dgm:spPr/>
      <dgm:t>
        <a:bodyPr/>
        <a:lstStyle/>
        <a:p>
          <a:endParaRPr lang="en-US"/>
        </a:p>
      </dgm:t>
    </dgm:pt>
    <dgm:pt modelId="{B3CB6F7B-4AF8-884B-A770-14D7D179D48F}" type="pres">
      <dgm:prSet presAssocID="{4C699249-4DD6-B04C-8DE1-FD90DFF21924}" presName="vertSpace5" presStyleLbl="node1" presStyleIdx="3" presStyleCnt="5"/>
      <dgm:spPr/>
    </dgm:pt>
    <dgm:pt modelId="{EC44F69B-9D2C-2143-B459-8D67124DB16C}" type="pres">
      <dgm:prSet presAssocID="{4C699249-4DD6-B04C-8DE1-FD90DFF21924}" presName="circle5" presStyleLbl="node1" presStyleIdx="4" presStyleCnt="5"/>
      <dgm:spPr/>
    </dgm:pt>
    <dgm:pt modelId="{F3DE286F-F91F-864B-883C-CE6534E57A45}" type="pres">
      <dgm:prSet presAssocID="{4C699249-4DD6-B04C-8DE1-FD90DFF21924}" presName="rect5" presStyleLbl="alignAcc1" presStyleIdx="4" presStyleCnt="5"/>
      <dgm:spPr/>
      <dgm:t>
        <a:bodyPr/>
        <a:lstStyle/>
        <a:p>
          <a:endParaRPr lang="en-US"/>
        </a:p>
      </dgm:t>
    </dgm:pt>
    <dgm:pt modelId="{5EB9BD66-219F-E345-B2D4-09DF848DC51E}" type="pres">
      <dgm:prSet presAssocID="{1123246F-22CB-4443-8352-EA007740BEA0}" presName="rect1ParTxNoCh" presStyleLbl="alignAcc1" presStyleIdx="4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8E0102D-7B8E-4743-80D0-4499ED8E83EE}" type="pres">
      <dgm:prSet presAssocID="{E741DB30-206C-774F-9FE4-22DEB55538FF}" presName="rect2ParTxNoCh" presStyleLbl="alignAcc1" presStyleIdx="4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43BF79D-E91E-6B40-B0A9-7EFFBAEB7024}" type="pres">
      <dgm:prSet presAssocID="{E24C8E8A-770D-5B42-9276-16CAD8070F05}" presName="rect3ParTxNoCh" presStyleLbl="alignAcc1" presStyleIdx="4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B4F0F7E-15B0-AC45-9F8C-21DEA43E32D0}" type="pres">
      <dgm:prSet presAssocID="{6E0E09CF-535C-9F4A-9D42-DCA4647452B0}" presName="rect4ParTxNoCh" presStyleLbl="alignAcc1" presStyleIdx="4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CF4BA02-BC30-DC45-BCBE-34FC27F21B0B}" type="pres">
      <dgm:prSet presAssocID="{4C699249-4DD6-B04C-8DE1-FD90DFF21924}" presName="rect5ParTxNoCh" presStyleLbl="alignAcc1" presStyleIdx="4" presStyleCnt="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0583210F-6658-E941-97B5-990E4BF53B0E}" srcId="{FBF2892F-FCF7-3A4B-98FF-B2F4650C826A}" destId="{6E0E09CF-535C-9F4A-9D42-DCA4647452B0}" srcOrd="3" destOrd="0" parTransId="{0FA56BE3-C9E3-CF45-9C91-DCD16A1C680C}" sibTransId="{913AF2FA-D9DD-6A44-BACF-81C7590E85C8}"/>
    <dgm:cxn modelId="{C177F86B-266F-234E-B64D-7491F903933A}" type="presOf" srcId="{E741DB30-206C-774F-9FE4-22DEB55538FF}" destId="{28E0102D-7B8E-4743-80D0-4499ED8E83EE}" srcOrd="1" destOrd="0" presId="urn:microsoft.com/office/officeart/2005/8/layout/target3"/>
    <dgm:cxn modelId="{225AAFB6-5353-BB4D-B5EA-1466613E9E1F}" type="presOf" srcId="{E741DB30-206C-774F-9FE4-22DEB55538FF}" destId="{52EA27E7-5658-A04C-872B-736FE36E95B9}" srcOrd="0" destOrd="0" presId="urn:microsoft.com/office/officeart/2005/8/layout/target3"/>
    <dgm:cxn modelId="{D87E2FCE-3BB4-B54A-A6D3-26469E50F659}" type="presOf" srcId="{4C699249-4DD6-B04C-8DE1-FD90DFF21924}" destId="{F3DE286F-F91F-864B-883C-CE6534E57A45}" srcOrd="0" destOrd="0" presId="urn:microsoft.com/office/officeart/2005/8/layout/target3"/>
    <dgm:cxn modelId="{D9427F64-74F0-3748-8569-AD6417A0EB19}" srcId="{FBF2892F-FCF7-3A4B-98FF-B2F4650C826A}" destId="{4C699249-4DD6-B04C-8DE1-FD90DFF21924}" srcOrd="4" destOrd="0" parTransId="{641C02CC-C464-5749-9F00-88CCBC3A2BF1}" sibTransId="{5FB25D44-B2D6-FE42-8282-DC4B82756DF5}"/>
    <dgm:cxn modelId="{A380C853-BD63-ED44-8CB7-78C75020B6A9}" srcId="{FBF2892F-FCF7-3A4B-98FF-B2F4650C826A}" destId="{E24C8E8A-770D-5B42-9276-16CAD8070F05}" srcOrd="2" destOrd="0" parTransId="{7B4DA492-5B82-0C40-94A2-C1B1175CF320}" sibTransId="{482C19A7-4BEC-7642-A198-D0ABB1202A63}"/>
    <dgm:cxn modelId="{D726C8D6-A049-CE4B-9077-148EC6B7FC28}" type="presOf" srcId="{1123246F-22CB-4443-8352-EA007740BEA0}" destId="{CA2649DD-3136-744F-8618-39E3378CD44E}" srcOrd="0" destOrd="0" presId="urn:microsoft.com/office/officeart/2005/8/layout/target3"/>
    <dgm:cxn modelId="{564D1861-B1CF-4045-9322-5745E3574076}" type="presOf" srcId="{6E0E09CF-535C-9F4A-9D42-DCA4647452B0}" destId="{FB4F0F7E-15B0-AC45-9F8C-21DEA43E32D0}" srcOrd="1" destOrd="0" presId="urn:microsoft.com/office/officeart/2005/8/layout/target3"/>
    <dgm:cxn modelId="{F99231BF-6395-1A47-9E13-C9CE92C7B24B}" type="presOf" srcId="{6E0E09CF-535C-9F4A-9D42-DCA4647452B0}" destId="{278E313F-4732-FB48-ADB3-EB7BAA2F0AD8}" srcOrd="0" destOrd="0" presId="urn:microsoft.com/office/officeart/2005/8/layout/target3"/>
    <dgm:cxn modelId="{FC6BEAE3-48E4-1D49-AAB1-000AB76294C9}" type="presOf" srcId="{4C699249-4DD6-B04C-8DE1-FD90DFF21924}" destId="{ACF4BA02-BC30-DC45-BCBE-34FC27F21B0B}" srcOrd="1" destOrd="0" presId="urn:microsoft.com/office/officeart/2005/8/layout/target3"/>
    <dgm:cxn modelId="{D3A57248-CF94-1A4D-855C-E5EA8DB9801D}" type="presOf" srcId="{FBF2892F-FCF7-3A4B-98FF-B2F4650C826A}" destId="{4CAA11AB-C3B6-7742-B856-B8BEE4690829}" srcOrd="0" destOrd="0" presId="urn:microsoft.com/office/officeart/2005/8/layout/target3"/>
    <dgm:cxn modelId="{976C7BB7-6029-5943-8A6C-4A27C6D90CD1}" type="presOf" srcId="{1123246F-22CB-4443-8352-EA007740BEA0}" destId="{5EB9BD66-219F-E345-B2D4-09DF848DC51E}" srcOrd="1" destOrd="0" presId="urn:microsoft.com/office/officeart/2005/8/layout/target3"/>
    <dgm:cxn modelId="{D22365B5-C5E5-2D45-BC29-A1F99CB9CAEC}" type="presOf" srcId="{E24C8E8A-770D-5B42-9276-16CAD8070F05}" destId="{8E427BFD-68F7-9144-84C4-B6F555C3E9C2}" srcOrd="0" destOrd="0" presId="urn:microsoft.com/office/officeart/2005/8/layout/target3"/>
    <dgm:cxn modelId="{0B9B3273-E083-6D47-9605-D038113B76FD}" srcId="{FBF2892F-FCF7-3A4B-98FF-B2F4650C826A}" destId="{1123246F-22CB-4443-8352-EA007740BEA0}" srcOrd="0" destOrd="0" parTransId="{597042A9-26FA-5C48-B0FB-ED65414BA098}" sibTransId="{07B2F954-0EBC-2943-B6CB-B4F187E74277}"/>
    <dgm:cxn modelId="{18137EBC-9CB8-B54F-BBFF-437631269049}" type="presOf" srcId="{E24C8E8A-770D-5B42-9276-16CAD8070F05}" destId="{E43BF79D-E91E-6B40-B0A9-7EFFBAEB7024}" srcOrd="1" destOrd="0" presId="urn:microsoft.com/office/officeart/2005/8/layout/target3"/>
    <dgm:cxn modelId="{73551A1C-1254-4A42-AF91-0B2DC4A56449}" srcId="{FBF2892F-FCF7-3A4B-98FF-B2F4650C826A}" destId="{E741DB30-206C-774F-9FE4-22DEB55538FF}" srcOrd="1" destOrd="0" parTransId="{E11DF189-81A0-DE40-BFC0-797A523C3E95}" sibTransId="{FF06B8F3-1F86-8140-9B9F-E235AE5E10C5}"/>
    <dgm:cxn modelId="{D609580D-09FF-E042-A49F-E07B63F101FE}" type="presParOf" srcId="{4CAA11AB-C3B6-7742-B856-B8BEE4690829}" destId="{7E5E71E9-02DD-8F4B-A764-3EE25B482476}" srcOrd="0" destOrd="0" presId="urn:microsoft.com/office/officeart/2005/8/layout/target3"/>
    <dgm:cxn modelId="{428DCE99-FEDC-EA41-96B0-2FD499858A11}" type="presParOf" srcId="{4CAA11AB-C3B6-7742-B856-B8BEE4690829}" destId="{A339D49C-3675-ED44-AA24-21007938E703}" srcOrd="1" destOrd="0" presId="urn:microsoft.com/office/officeart/2005/8/layout/target3"/>
    <dgm:cxn modelId="{35E28F33-B25C-264F-B5FA-46D5948A98CB}" type="presParOf" srcId="{4CAA11AB-C3B6-7742-B856-B8BEE4690829}" destId="{CA2649DD-3136-744F-8618-39E3378CD44E}" srcOrd="2" destOrd="0" presId="urn:microsoft.com/office/officeart/2005/8/layout/target3"/>
    <dgm:cxn modelId="{A0D02778-A63D-094F-A833-FB5AB2F45372}" type="presParOf" srcId="{4CAA11AB-C3B6-7742-B856-B8BEE4690829}" destId="{86564882-C43B-5F44-9E2B-7C3273C25D25}" srcOrd="3" destOrd="0" presId="urn:microsoft.com/office/officeart/2005/8/layout/target3"/>
    <dgm:cxn modelId="{262A6666-1A81-7944-B3BE-D2B4A2507212}" type="presParOf" srcId="{4CAA11AB-C3B6-7742-B856-B8BEE4690829}" destId="{30FF8077-7F83-324F-B1D6-2D388D1A859E}" srcOrd="4" destOrd="0" presId="urn:microsoft.com/office/officeart/2005/8/layout/target3"/>
    <dgm:cxn modelId="{5F7B434B-5A92-414B-A1B9-4D7448A0B1BA}" type="presParOf" srcId="{4CAA11AB-C3B6-7742-B856-B8BEE4690829}" destId="{52EA27E7-5658-A04C-872B-736FE36E95B9}" srcOrd="5" destOrd="0" presId="urn:microsoft.com/office/officeart/2005/8/layout/target3"/>
    <dgm:cxn modelId="{9E95219E-D9F6-5B41-A2AB-1AB6BA130EE9}" type="presParOf" srcId="{4CAA11AB-C3B6-7742-B856-B8BEE4690829}" destId="{D286EAF9-10A1-BC48-90B9-9EF3F0252513}" srcOrd="6" destOrd="0" presId="urn:microsoft.com/office/officeart/2005/8/layout/target3"/>
    <dgm:cxn modelId="{6D073BB1-7132-A646-A32C-216ED4DC3332}" type="presParOf" srcId="{4CAA11AB-C3B6-7742-B856-B8BEE4690829}" destId="{890FD210-37B1-924A-ACE3-EC4AF3723DA8}" srcOrd="7" destOrd="0" presId="urn:microsoft.com/office/officeart/2005/8/layout/target3"/>
    <dgm:cxn modelId="{EF2AD3E3-6CBA-0347-95BA-3B17EFCCF1BB}" type="presParOf" srcId="{4CAA11AB-C3B6-7742-B856-B8BEE4690829}" destId="{8E427BFD-68F7-9144-84C4-B6F555C3E9C2}" srcOrd="8" destOrd="0" presId="urn:microsoft.com/office/officeart/2005/8/layout/target3"/>
    <dgm:cxn modelId="{A8B8D065-73AF-9A49-901F-94347A3A90CD}" type="presParOf" srcId="{4CAA11AB-C3B6-7742-B856-B8BEE4690829}" destId="{88B52972-5B56-814E-9276-2870F1EFB52E}" srcOrd="9" destOrd="0" presId="urn:microsoft.com/office/officeart/2005/8/layout/target3"/>
    <dgm:cxn modelId="{5ACFB274-49F3-4F47-87E8-A514763538AD}" type="presParOf" srcId="{4CAA11AB-C3B6-7742-B856-B8BEE4690829}" destId="{CB5F8675-4706-0A49-8834-410E77301F2D}" srcOrd="10" destOrd="0" presId="urn:microsoft.com/office/officeart/2005/8/layout/target3"/>
    <dgm:cxn modelId="{8FD1CB43-0104-5C4A-AA16-9DF5D05265D1}" type="presParOf" srcId="{4CAA11AB-C3B6-7742-B856-B8BEE4690829}" destId="{278E313F-4732-FB48-ADB3-EB7BAA2F0AD8}" srcOrd="11" destOrd="0" presId="urn:microsoft.com/office/officeart/2005/8/layout/target3"/>
    <dgm:cxn modelId="{59DD2532-EE15-2946-98E2-DA12EE01D05F}" type="presParOf" srcId="{4CAA11AB-C3B6-7742-B856-B8BEE4690829}" destId="{B3CB6F7B-4AF8-884B-A770-14D7D179D48F}" srcOrd="12" destOrd="0" presId="urn:microsoft.com/office/officeart/2005/8/layout/target3"/>
    <dgm:cxn modelId="{268E34D0-EBC7-0549-A4C9-99084C6ECBC4}" type="presParOf" srcId="{4CAA11AB-C3B6-7742-B856-B8BEE4690829}" destId="{EC44F69B-9D2C-2143-B459-8D67124DB16C}" srcOrd="13" destOrd="0" presId="urn:microsoft.com/office/officeart/2005/8/layout/target3"/>
    <dgm:cxn modelId="{729EC047-FAFB-2E4A-B06E-9D437173CDD3}" type="presParOf" srcId="{4CAA11AB-C3B6-7742-B856-B8BEE4690829}" destId="{F3DE286F-F91F-864B-883C-CE6534E57A45}" srcOrd="14" destOrd="0" presId="urn:microsoft.com/office/officeart/2005/8/layout/target3"/>
    <dgm:cxn modelId="{5BD0046F-2151-8940-8C9E-8AEF4E4EDF1B}" type="presParOf" srcId="{4CAA11AB-C3B6-7742-B856-B8BEE4690829}" destId="{5EB9BD66-219F-E345-B2D4-09DF848DC51E}" srcOrd="15" destOrd="0" presId="urn:microsoft.com/office/officeart/2005/8/layout/target3"/>
    <dgm:cxn modelId="{995D0144-58C0-1345-B852-6184F95A6849}" type="presParOf" srcId="{4CAA11AB-C3B6-7742-B856-B8BEE4690829}" destId="{28E0102D-7B8E-4743-80D0-4499ED8E83EE}" srcOrd="16" destOrd="0" presId="urn:microsoft.com/office/officeart/2005/8/layout/target3"/>
    <dgm:cxn modelId="{25B675BE-F5A8-B647-A997-FE158D3FCFD4}" type="presParOf" srcId="{4CAA11AB-C3B6-7742-B856-B8BEE4690829}" destId="{E43BF79D-E91E-6B40-B0A9-7EFFBAEB7024}" srcOrd="17" destOrd="0" presId="urn:microsoft.com/office/officeart/2005/8/layout/target3"/>
    <dgm:cxn modelId="{F0C8FB9D-18EF-EE49-8AA1-277BF984FDAB}" type="presParOf" srcId="{4CAA11AB-C3B6-7742-B856-B8BEE4690829}" destId="{FB4F0F7E-15B0-AC45-9F8C-21DEA43E32D0}" srcOrd="18" destOrd="0" presId="urn:microsoft.com/office/officeart/2005/8/layout/target3"/>
    <dgm:cxn modelId="{6C70895F-E435-9642-A2B0-C862FAEF8648}" type="presParOf" srcId="{4CAA11AB-C3B6-7742-B856-B8BEE4690829}" destId="{ACF4BA02-BC30-DC45-BCBE-34FC27F21B0B}" srcOrd="19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4244595-40B8-0C44-AB01-36C07C7C032F}" type="doc">
      <dgm:prSet loTypeId="urn:microsoft.com/office/officeart/2009/3/layout/StepUpProcess" loCatId="relationship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972BBDB-889F-9344-B3C7-098CE51925FC}">
      <dgm:prSet/>
      <dgm:spPr/>
      <dgm:t>
        <a:bodyPr/>
        <a:lstStyle/>
        <a:p>
          <a:pPr rtl="0"/>
          <a:r>
            <a:rPr lang="en-US" smtClean="0"/>
            <a:t>Cortex-A/Cortex-A50</a:t>
          </a:r>
          <a:endParaRPr lang="en-US"/>
        </a:p>
      </dgm:t>
    </dgm:pt>
    <dgm:pt modelId="{02F33E88-1CA8-1849-A059-F1F13661286D}" type="parTrans" cxnId="{1BCC1A9F-183A-1C47-8E31-24B48C550775}">
      <dgm:prSet/>
      <dgm:spPr/>
      <dgm:t>
        <a:bodyPr/>
        <a:lstStyle/>
        <a:p>
          <a:endParaRPr lang="en-US"/>
        </a:p>
      </dgm:t>
    </dgm:pt>
    <dgm:pt modelId="{5FA7183A-15C0-EE43-A9D1-7B812FC22867}" type="sibTrans" cxnId="{1BCC1A9F-183A-1C47-8E31-24B48C550775}">
      <dgm:prSet/>
      <dgm:spPr/>
      <dgm:t>
        <a:bodyPr/>
        <a:lstStyle/>
        <a:p>
          <a:endParaRPr lang="en-US"/>
        </a:p>
      </dgm:t>
    </dgm:pt>
    <dgm:pt modelId="{BEC033E2-AC9A-FF4F-AB54-E16960F6D766}">
      <dgm:prSet/>
      <dgm:spPr/>
      <dgm:t>
        <a:bodyPr/>
        <a:lstStyle/>
        <a:p>
          <a:pPr rtl="0"/>
          <a:r>
            <a:rPr lang="en-US" smtClean="0"/>
            <a:t>Cortex-R</a:t>
          </a:r>
          <a:endParaRPr lang="en-US"/>
        </a:p>
      </dgm:t>
    </dgm:pt>
    <dgm:pt modelId="{4511412A-7C47-2642-8C3D-2536C66A69C0}" type="parTrans" cxnId="{36BF6ED1-991C-064E-B658-560C3B935438}">
      <dgm:prSet/>
      <dgm:spPr/>
      <dgm:t>
        <a:bodyPr/>
        <a:lstStyle/>
        <a:p>
          <a:endParaRPr lang="en-US"/>
        </a:p>
      </dgm:t>
    </dgm:pt>
    <dgm:pt modelId="{23DAB6B6-5B95-6043-940D-29241B3419B5}" type="sibTrans" cxnId="{36BF6ED1-991C-064E-B658-560C3B935438}">
      <dgm:prSet/>
      <dgm:spPr/>
      <dgm:t>
        <a:bodyPr/>
        <a:lstStyle/>
        <a:p>
          <a:endParaRPr lang="en-US"/>
        </a:p>
      </dgm:t>
    </dgm:pt>
    <dgm:pt modelId="{C5DE4E15-3294-6440-AE71-1692C1B22026}">
      <dgm:prSet/>
      <dgm:spPr/>
      <dgm:t>
        <a:bodyPr/>
        <a:lstStyle/>
        <a:p>
          <a:pPr rtl="0"/>
          <a:r>
            <a:rPr lang="en-US" smtClean="0"/>
            <a:t>Cortex-M</a:t>
          </a:r>
          <a:endParaRPr lang="en-US"/>
        </a:p>
      </dgm:t>
    </dgm:pt>
    <dgm:pt modelId="{F8270A97-BFC2-B941-8E0D-763AC7C45356}" type="parTrans" cxnId="{5935EA6D-5400-E146-807E-1B9B32CA1DBC}">
      <dgm:prSet/>
      <dgm:spPr/>
      <dgm:t>
        <a:bodyPr/>
        <a:lstStyle/>
        <a:p>
          <a:endParaRPr lang="en-US"/>
        </a:p>
      </dgm:t>
    </dgm:pt>
    <dgm:pt modelId="{70F196F0-F938-8949-9887-643668E20A06}" type="sibTrans" cxnId="{5935EA6D-5400-E146-807E-1B9B32CA1DBC}">
      <dgm:prSet/>
      <dgm:spPr/>
      <dgm:t>
        <a:bodyPr/>
        <a:lstStyle/>
        <a:p>
          <a:endParaRPr lang="en-US"/>
        </a:p>
      </dgm:t>
    </dgm:pt>
    <dgm:pt modelId="{B3624D79-F1C1-DA4D-95FD-B4050C309303}">
      <dgm:prSet/>
      <dgm:spPr/>
      <dgm:t>
        <a:bodyPr/>
        <a:lstStyle/>
        <a:p>
          <a:pPr rtl="0"/>
          <a:r>
            <a:rPr lang="en-US" smtClean="0"/>
            <a:t>Cortex-M0</a:t>
          </a:r>
          <a:endParaRPr lang="en-US"/>
        </a:p>
      </dgm:t>
    </dgm:pt>
    <dgm:pt modelId="{996D892B-574A-454E-96B3-CA5FAE7E93F1}" type="parTrans" cxnId="{8D3F7BD9-095A-EB4E-BD01-8D02E07C544A}">
      <dgm:prSet/>
      <dgm:spPr/>
      <dgm:t>
        <a:bodyPr/>
        <a:lstStyle/>
        <a:p>
          <a:endParaRPr lang="en-US"/>
        </a:p>
      </dgm:t>
    </dgm:pt>
    <dgm:pt modelId="{6D564A4A-F9E1-964B-9BAB-BFCFE72084EC}" type="sibTrans" cxnId="{8D3F7BD9-095A-EB4E-BD01-8D02E07C544A}">
      <dgm:prSet/>
      <dgm:spPr/>
      <dgm:t>
        <a:bodyPr/>
        <a:lstStyle/>
        <a:p>
          <a:endParaRPr lang="en-US"/>
        </a:p>
      </dgm:t>
    </dgm:pt>
    <dgm:pt modelId="{FBECF0E3-9602-9443-82CC-519BB77001DF}">
      <dgm:prSet/>
      <dgm:spPr/>
      <dgm:t>
        <a:bodyPr/>
        <a:lstStyle/>
        <a:p>
          <a:pPr rtl="0"/>
          <a:r>
            <a:rPr lang="en-US" smtClean="0"/>
            <a:t>Cortex-M0+</a:t>
          </a:r>
          <a:endParaRPr lang="en-US"/>
        </a:p>
      </dgm:t>
    </dgm:pt>
    <dgm:pt modelId="{FED445DB-EDC6-3346-B338-981C71C8E77F}" type="parTrans" cxnId="{D0A4BDED-C468-9B49-A2F9-D1B917033ED2}">
      <dgm:prSet/>
      <dgm:spPr/>
      <dgm:t>
        <a:bodyPr/>
        <a:lstStyle/>
        <a:p>
          <a:endParaRPr lang="en-US"/>
        </a:p>
      </dgm:t>
    </dgm:pt>
    <dgm:pt modelId="{0E2EB7D7-EB84-4549-AFC2-8E633600E035}" type="sibTrans" cxnId="{D0A4BDED-C468-9B49-A2F9-D1B917033ED2}">
      <dgm:prSet/>
      <dgm:spPr/>
      <dgm:t>
        <a:bodyPr/>
        <a:lstStyle/>
        <a:p>
          <a:endParaRPr lang="en-US"/>
        </a:p>
      </dgm:t>
    </dgm:pt>
    <dgm:pt modelId="{B5D517DB-5BE9-F74A-B8E1-06334ED04690}">
      <dgm:prSet/>
      <dgm:spPr/>
      <dgm:t>
        <a:bodyPr/>
        <a:lstStyle/>
        <a:p>
          <a:pPr rtl="0"/>
          <a:r>
            <a:rPr lang="en-US" smtClean="0"/>
            <a:t>Cortex-M3</a:t>
          </a:r>
          <a:endParaRPr lang="en-US"/>
        </a:p>
      </dgm:t>
    </dgm:pt>
    <dgm:pt modelId="{B74274B9-839B-974C-8EF8-FA5B6B637461}" type="parTrans" cxnId="{D40CE18F-4D76-514A-8CA6-36933BF06C8F}">
      <dgm:prSet/>
      <dgm:spPr/>
      <dgm:t>
        <a:bodyPr/>
        <a:lstStyle/>
        <a:p>
          <a:endParaRPr lang="en-US"/>
        </a:p>
      </dgm:t>
    </dgm:pt>
    <dgm:pt modelId="{DA2A9467-BA12-F142-8739-80E7E11F66A0}" type="sibTrans" cxnId="{D40CE18F-4D76-514A-8CA6-36933BF06C8F}">
      <dgm:prSet/>
      <dgm:spPr/>
      <dgm:t>
        <a:bodyPr/>
        <a:lstStyle/>
        <a:p>
          <a:endParaRPr lang="en-US"/>
        </a:p>
      </dgm:t>
    </dgm:pt>
    <dgm:pt modelId="{B6BAC66E-1C7B-7C4F-9C20-C379BE76DD50}">
      <dgm:prSet/>
      <dgm:spPr/>
      <dgm:t>
        <a:bodyPr/>
        <a:lstStyle/>
        <a:p>
          <a:pPr rtl="0"/>
          <a:r>
            <a:rPr lang="en-US" smtClean="0"/>
            <a:t>Cortex-M4</a:t>
          </a:r>
          <a:endParaRPr lang="en-US"/>
        </a:p>
      </dgm:t>
    </dgm:pt>
    <dgm:pt modelId="{359C1D31-CFC5-9A4F-A4AE-D31EED7291A3}" type="parTrans" cxnId="{0A42961E-003A-9441-8892-8960B157762D}">
      <dgm:prSet/>
      <dgm:spPr/>
      <dgm:t>
        <a:bodyPr/>
        <a:lstStyle/>
        <a:p>
          <a:endParaRPr lang="en-US"/>
        </a:p>
      </dgm:t>
    </dgm:pt>
    <dgm:pt modelId="{34941DD6-24EE-534F-8B81-1550FD3B6431}" type="sibTrans" cxnId="{0A42961E-003A-9441-8892-8960B157762D}">
      <dgm:prSet/>
      <dgm:spPr/>
      <dgm:t>
        <a:bodyPr/>
        <a:lstStyle/>
        <a:p>
          <a:endParaRPr lang="en-US"/>
        </a:p>
      </dgm:t>
    </dgm:pt>
    <dgm:pt modelId="{88DEEDEA-3D43-B94E-A8BE-2B6F2CC171CC}" type="pres">
      <dgm:prSet presAssocID="{64244595-40B8-0C44-AB01-36C07C7C032F}" presName="rootnode" presStyleCnt="0">
        <dgm:presLayoutVars>
          <dgm:chMax/>
          <dgm:chPref/>
          <dgm:dir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830C26F3-CEAB-464A-9BB6-746675F569C8}" type="pres">
      <dgm:prSet presAssocID="{9972BBDB-889F-9344-B3C7-098CE51925FC}" presName="composite" presStyleCnt="0"/>
      <dgm:spPr/>
    </dgm:pt>
    <dgm:pt modelId="{0A48A44B-ACFF-2245-AEEB-A5DDDCC8C496}" type="pres">
      <dgm:prSet presAssocID="{9972BBDB-889F-9344-B3C7-098CE51925FC}" presName="LShape" presStyleLbl="alignNode1" presStyleIdx="0" presStyleCnt="5"/>
      <dgm:spPr/>
    </dgm:pt>
    <dgm:pt modelId="{2A519228-43C1-C040-B33A-097341431CE2}" type="pres">
      <dgm:prSet presAssocID="{9972BBDB-889F-9344-B3C7-098CE51925FC}" presName="ParentText" presStyleLbl="revTx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7794180-F9F3-EE4B-A723-D9EC2A211089}" type="pres">
      <dgm:prSet presAssocID="{9972BBDB-889F-9344-B3C7-098CE51925FC}" presName="Triangle" presStyleLbl="alignNode1" presStyleIdx="1" presStyleCnt="5"/>
      <dgm:spPr/>
    </dgm:pt>
    <dgm:pt modelId="{CA2E6E44-B8E7-844C-A330-D89650D6039A}" type="pres">
      <dgm:prSet presAssocID="{5FA7183A-15C0-EE43-A9D1-7B812FC22867}" presName="sibTrans" presStyleCnt="0"/>
      <dgm:spPr/>
    </dgm:pt>
    <dgm:pt modelId="{60473021-6AD7-5E46-82D5-DEE1BCAFFA4D}" type="pres">
      <dgm:prSet presAssocID="{5FA7183A-15C0-EE43-A9D1-7B812FC22867}" presName="space" presStyleCnt="0"/>
      <dgm:spPr/>
    </dgm:pt>
    <dgm:pt modelId="{CFFAFEA4-C7E3-DF4B-B4D7-2A38CF8EC7CB}" type="pres">
      <dgm:prSet presAssocID="{BEC033E2-AC9A-FF4F-AB54-E16960F6D766}" presName="composite" presStyleCnt="0"/>
      <dgm:spPr/>
    </dgm:pt>
    <dgm:pt modelId="{1CA04008-96F3-564A-B46E-6B87073615C5}" type="pres">
      <dgm:prSet presAssocID="{BEC033E2-AC9A-FF4F-AB54-E16960F6D766}" presName="LShape" presStyleLbl="alignNode1" presStyleIdx="2" presStyleCnt="5"/>
      <dgm:spPr/>
    </dgm:pt>
    <dgm:pt modelId="{5614FA6C-291A-254E-9375-7FDF93864951}" type="pres">
      <dgm:prSet presAssocID="{BEC033E2-AC9A-FF4F-AB54-E16960F6D766}" presName="ParentText" presStyleLbl="revTx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331A2A3-1F64-8B4F-8B60-EA1062A7E831}" type="pres">
      <dgm:prSet presAssocID="{BEC033E2-AC9A-FF4F-AB54-E16960F6D766}" presName="Triangle" presStyleLbl="alignNode1" presStyleIdx="3" presStyleCnt="5"/>
      <dgm:spPr/>
    </dgm:pt>
    <dgm:pt modelId="{0F8ED890-79FA-E44F-BE37-948D6532D1B7}" type="pres">
      <dgm:prSet presAssocID="{23DAB6B6-5B95-6043-940D-29241B3419B5}" presName="sibTrans" presStyleCnt="0"/>
      <dgm:spPr/>
    </dgm:pt>
    <dgm:pt modelId="{489BD653-FCB7-2042-9913-50E27DA8F68B}" type="pres">
      <dgm:prSet presAssocID="{23DAB6B6-5B95-6043-940D-29241B3419B5}" presName="space" presStyleCnt="0"/>
      <dgm:spPr/>
    </dgm:pt>
    <dgm:pt modelId="{934A9BCB-07A4-6B4B-94AE-2D7D15F37D5D}" type="pres">
      <dgm:prSet presAssocID="{C5DE4E15-3294-6440-AE71-1692C1B22026}" presName="composite" presStyleCnt="0"/>
      <dgm:spPr/>
    </dgm:pt>
    <dgm:pt modelId="{070F56ED-CC42-AC46-8D66-3EE13232BDAF}" type="pres">
      <dgm:prSet presAssocID="{C5DE4E15-3294-6440-AE71-1692C1B22026}" presName="LShape" presStyleLbl="alignNode1" presStyleIdx="4" presStyleCnt="5"/>
      <dgm:spPr/>
    </dgm:pt>
    <dgm:pt modelId="{903C2039-EA74-B740-BBFD-F3C0B5FCAA3D}" type="pres">
      <dgm:prSet presAssocID="{C5DE4E15-3294-6440-AE71-1692C1B22026}" presName="ParentText" presStyleLbl="revTx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0A42961E-003A-9441-8892-8960B157762D}" srcId="{C5DE4E15-3294-6440-AE71-1692C1B22026}" destId="{B6BAC66E-1C7B-7C4F-9C20-C379BE76DD50}" srcOrd="3" destOrd="0" parTransId="{359C1D31-CFC5-9A4F-A4AE-D31EED7291A3}" sibTransId="{34941DD6-24EE-534F-8B81-1550FD3B6431}"/>
    <dgm:cxn modelId="{F6308CD0-2315-7744-8DA9-C34C6133007F}" type="presOf" srcId="{B5D517DB-5BE9-F74A-B8E1-06334ED04690}" destId="{903C2039-EA74-B740-BBFD-F3C0B5FCAA3D}" srcOrd="0" destOrd="3" presId="urn:microsoft.com/office/officeart/2009/3/layout/StepUpProcess"/>
    <dgm:cxn modelId="{5935EA6D-5400-E146-807E-1B9B32CA1DBC}" srcId="{64244595-40B8-0C44-AB01-36C07C7C032F}" destId="{C5DE4E15-3294-6440-AE71-1692C1B22026}" srcOrd="2" destOrd="0" parTransId="{F8270A97-BFC2-B941-8E0D-763AC7C45356}" sibTransId="{70F196F0-F938-8949-9887-643668E20A06}"/>
    <dgm:cxn modelId="{D0A4BDED-C468-9B49-A2F9-D1B917033ED2}" srcId="{C5DE4E15-3294-6440-AE71-1692C1B22026}" destId="{FBECF0E3-9602-9443-82CC-519BB77001DF}" srcOrd="1" destOrd="0" parTransId="{FED445DB-EDC6-3346-B338-981C71C8E77F}" sibTransId="{0E2EB7D7-EB84-4549-AFC2-8E633600E035}"/>
    <dgm:cxn modelId="{39CE7460-656E-C04A-A22A-00F81DF5C364}" type="presOf" srcId="{B6BAC66E-1C7B-7C4F-9C20-C379BE76DD50}" destId="{903C2039-EA74-B740-BBFD-F3C0B5FCAA3D}" srcOrd="0" destOrd="4" presId="urn:microsoft.com/office/officeart/2009/3/layout/StepUpProcess"/>
    <dgm:cxn modelId="{FB1ECD7A-FB0F-FD4A-9560-64720393018E}" type="presOf" srcId="{FBECF0E3-9602-9443-82CC-519BB77001DF}" destId="{903C2039-EA74-B740-BBFD-F3C0B5FCAA3D}" srcOrd="0" destOrd="2" presId="urn:microsoft.com/office/officeart/2009/3/layout/StepUpProcess"/>
    <dgm:cxn modelId="{1BCC1A9F-183A-1C47-8E31-24B48C550775}" srcId="{64244595-40B8-0C44-AB01-36C07C7C032F}" destId="{9972BBDB-889F-9344-B3C7-098CE51925FC}" srcOrd="0" destOrd="0" parTransId="{02F33E88-1CA8-1849-A059-F1F13661286D}" sibTransId="{5FA7183A-15C0-EE43-A9D1-7B812FC22867}"/>
    <dgm:cxn modelId="{36BF6ED1-991C-064E-B658-560C3B935438}" srcId="{64244595-40B8-0C44-AB01-36C07C7C032F}" destId="{BEC033E2-AC9A-FF4F-AB54-E16960F6D766}" srcOrd="1" destOrd="0" parTransId="{4511412A-7C47-2642-8C3D-2536C66A69C0}" sibTransId="{23DAB6B6-5B95-6043-940D-29241B3419B5}"/>
    <dgm:cxn modelId="{95274DB3-B1B9-2A42-8921-92D3FF0A2BB9}" type="presOf" srcId="{BEC033E2-AC9A-FF4F-AB54-E16960F6D766}" destId="{5614FA6C-291A-254E-9375-7FDF93864951}" srcOrd="0" destOrd="0" presId="urn:microsoft.com/office/officeart/2009/3/layout/StepUpProcess"/>
    <dgm:cxn modelId="{0B786707-4A91-B642-A9C2-4B9C23048876}" type="presOf" srcId="{B3624D79-F1C1-DA4D-95FD-B4050C309303}" destId="{903C2039-EA74-B740-BBFD-F3C0B5FCAA3D}" srcOrd="0" destOrd="1" presId="urn:microsoft.com/office/officeart/2009/3/layout/StepUpProcess"/>
    <dgm:cxn modelId="{D40CE18F-4D76-514A-8CA6-36933BF06C8F}" srcId="{C5DE4E15-3294-6440-AE71-1692C1B22026}" destId="{B5D517DB-5BE9-F74A-B8E1-06334ED04690}" srcOrd="2" destOrd="0" parTransId="{B74274B9-839B-974C-8EF8-FA5B6B637461}" sibTransId="{DA2A9467-BA12-F142-8739-80E7E11F66A0}"/>
    <dgm:cxn modelId="{788336E1-854F-1848-A623-292C815A39FD}" type="presOf" srcId="{9972BBDB-889F-9344-B3C7-098CE51925FC}" destId="{2A519228-43C1-C040-B33A-097341431CE2}" srcOrd="0" destOrd="0" presId="urn:microsoft.com/office/officeart/2009/3/layout/StepUpProcess"/>
    <dgm:cxn modelId="{8D3F7BD9-095A-EB4E-BD01-8D02E07C544A}" srcId="{C5DE4E15-3294-6440-AE71-1692C1B22026}" destId="{B3624D79-F1C1-DA4D-95FD-B4050C309303}" srcOrd="0" destOrd="0" parTransId="{996D892B-574A-454E-96B3-CA5FAE7E93F1}" sibTransId="{6D564A4A-F9E1-964B-9BAB-BFCFE72084EC}"/>
    <dgm:cxn modelId="{C41DB588-C206-1C46-B5AF-918E6298BC98}" type="presOf" srcId="{64244595-40B8-0C44-AB01-36C07C7C032F}" destId="{88DEEDEA-3D43-B94E-A8BE-2B6F2CC171CC}" srcOrd="0" destOrd="0" presId="urn:microsoft.com/office/officeart/2009/3/layout/StepUpProcess"/>
    <dgm:cxn modelId="{96353BCA-89D9-184C-883C-B70E0C75C0A1}" type="presOf" srcId="{C5DE4E15-3294-6440-AE71-1692C1B22026}" destId="{903C2039-EA74-B740-BBFD-F3C0B5FCAA3D}" srcOrd="0" destOrd="0" presId="urn:microsoft.com/office/officeart/2009/3/layout/StepUpProcess"/>
    <dgm:cxn modelId="{A2A6534B-939F-4D47-AAB4-07970F1D1172}" type="presParOf" srcId="{88DEEDEA-3D43-B94E-A8BE-2B6F2CC171CC}" destId="{830C26F3-CEAB-464A-9BB6-746675F569C8}" srcOrd="0" destOrd="0" presId="urn:microsoft.com/office/officeart/2009/3/layout/StepUpProcess"/>
    <dgm:cxn modelId="{FA01A321-DDAD-6742-A04A-A829890ED196}" type="presParOf" srcId="{830C26F3-CEAB-464A-9BB6-746675F569C8}" destId="{0A48A44B-ACFF-2245-AEEB-A5DDDCC8C496}" srcOrd="0" destOrd="0" presId="urn:microsoft.com/office/officeart/2009/3/layout/StepUpProcess"/>
    <dgm:cxn modelId="{97D18404-2041-BA48-A0D4-3BABD5EA1D7F}" type="presParOf" srcId="{830C26F3-CEAB-464A-9BB6-746675F569C8}" destId="{2A519228-43C1-C040-B33A-097341431CE2}" srcOrd="1" destOrd="0" presId="urn:microsoft.com/office/officeart/2009/3/layout/StepUpProcess"/>
    <dgm:cxn modelId="{577E57E0-74CB-AA40-B60D-10399AEA4AEE}" type="presParOf" srcId="{830C26F3-CEAB-464A-9BB6-746675F569C8}" destId="{47794180-F9F3-EE4B-A723-D9EC2A211089}" srcOrd="2" destOrd="0" presId="urn:microsoft.com/office/officeart/2009/3/layout/StepUpProcess"/>
    <dgm:cxn modelId="{4B64BABE-092B-BD41-914D-EBA9FFDA968B}" type="presParOf" srcId="{88DEEDEA-3D43-B94E-A8BE-2B6F2CC171CC}" destId="{CA2E6E44-B8E7-844C-A330-D89650D6039A}" srcOrd="1" destOrd="0" presId="urn:microsoft.com/office/officeart/2009/3/layout/StepUpProcess"/>
    <dgm:cxn modelId="{FFE28C6D-43EE-EA4E-9C37-B28096F700B8}" type="presParOf" srcId="{CA2E6E44-B8E7-844C-A330-D89650D6039A}" destId="{60473021-6AD7-5E46-82D5-DEE1BCAFFA4D}" srcOrd="0" destOrd="0" presId="urn:microsoft.com/office/officeart/2009/3/layout/StepUpProcess"/>
    <dgm:cxn modelId="{18ACBC8E-8306-3B48-A5D0-6C35E1579F23}" type="presParOf" srcId="{88DEEDEA-3D43-B94E-A8BE-2B6F2CC171CC}" destId="{CFFAFEA4-C7E3-DF4B-B4D7-2A38CF8EC7CB}" srcOrd="2" destOrd="0" presId="urn:microsoft.com/office/officeart/2009/3/layout/StepUpProcess"/>
    <dgm:cxn modelId="{82B8BA04-9C70-C340-9AB6-638B52C604C0}" type="presParOf" srcId="{CFFAFEA4-C7E3-DF4B-B4D7-2A38CF8EC7CB}" destId="{1CA04008-96F3-564A-B46E-6B87073615C5}" srcOrd="0" destOrd="0" presId="urn:microsoft.com/office/officeart/2009/3/layout/StepUpProcess"/>
    <dgm:cxn modelId="{A401E569-60B2-B64D-9887-8EBDD7C1CAAE}" type="presParOf" srcId="{CFFAFEA4-C7E3-DF4B-B4D7-2A38CF8EC7CB}" destId="{5614FA6C-291A-254E-9375-7FDF93864951}" srcOrd="1" destOrd="0" presId="urn:microsoft.com/office/officeart/2009/3/layout/StepUpProcess"/>
    <dgm:cxn modelId="{9BFA7693-45F6-5C45-966F-F31986370D3C}" type="presParOf" srcId="{CFFAFEA4-C7E3-DF4B-B4D7-2A38CF8EC7CB}" destId="{3331A2A3-1F64-8B4F-8B60-EA1062A7E831}" srcOrd="2" destOrd="0" presId="urn:microsoft.com/office/officeart/2009/3/layout/StepUpProcess"/>
    <dgm:cxn modelId="{9ED23ED3-953B-9A47-B646-58A8D9D20DA8}" type="presParOf" srcId="{88DEEDEA-3D43-B94E-A8BE-2B6F2CC171CC}" destId="{0F8ED890-79FA-E44F-BE37-948D6532D1B7}" srcOrd="3" destOrd="0" presId="urn:microsoft.com/office/officeart/2009/3/layout/StepUpProcess"/>
    <dgm:cxn modelId="{9DA25616-4E1A-E94A-B9F4-C93B6C06D0A3}" type="presParOf" srcId="{0F8ED890-79FA-E44F-BE37-948D6532D1B7}" destId="{489BD653-FCB7-2042-9913-50E27DA8F68B}" srcOrd="0" destOrd="0" presId="urn:microsoft.com/office/officeart/2009/3/layout/StepUpProcess"/>
    <dgm:cxn modelId="{7CEC5DD2-4277-B647-BDDE-4190BF513238}" type="presParOf" srcId="{88DEEDEA-3D43-B94E-A8BE-2B6F2CC171CC}" destId="{934A9BCB-07A4-6B4B-94AE-2D7D15F37D5D}" srcOrd="4" destOrd="0" presId="urn:microsoft.com/office/officeart/2009/3/layout/StepUpProcess"/>
    <dgm:cxn modelId="{905C904F-94E5-3441-92FD-DA0A5E8D50A2}" type="presParOf" srcId="{934A9BCB-07A4-6B4B-94AE-2D7D15F37D5D}" destId="{070F56ED-CC42-AC46-8D66-3EE13232BDAF}" srcOrd="0" destOrd="0" presId="urn:microsoft.com/office/officeart/2009/3/layout/StepUpProcess"/>
    <dgm:cxn modelId="{3501581F-F116-8D42-9AA0-17DF445CBF65}" type="presParOf" srcId="{934A9BCB-07A4-6B4B-94AE-2D7D15F37D5D}" destId="{903C2039-EA74-B740-BBFD-F3C0B5FCAA3D}" srcOrd="1" destOrd="0" presId="urn:microsoft.com/office/officeart/2009/3/layout/StepUp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B243E3-6A78-9746-BEE9-84ACAEA02E36}">
      <dsp:nvSpPr>
        <dsp:cNvPr id="0" name=""/>
        <dsp:cNvSpPr/>
      </dsp:nvSpPr>
      <dsp:spPr>
        <a:xfrm>
          <a:off x="5334000" y="3419855"/>
          <a:ext cx="2484424" cy="16093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kern="1200" dirty="0" smtClean="0"/>
            <a:t>The operational units and their interconnections that realize the architectural specifications</a:t>
          </a:r>
          <a:endParaRPr lang="en-US" sz="1000" kern="1200" dirty="0"/>
        </a:p>
      </dsp:txBody>
      <dsp:txXfrm>
        <a:off x="6114680" y="3857543"/>
        <a:ext cx="1668393" cy="1136304"/>
      </dsp:txXfrm>
    </dsp:sp>
    <dsp:sp modelId="{82886FAE-83A2-704D-92D1-F4CC571A92A1}">
      <dsp:nvSpPr>
        <dsp:cNvPr id="0" name=""/>
        <dsp:cNvSpPr/>
      </dsp:nvSpPr>
      <dsp:spPr>
        <a:xfrm>
          <a:off x="1004570" y="3419855"/>
          <a:ext cx="2484424" cy="16093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kern="1200" dirty="0" smtClean="0"/>
            <a:t>Hardware details transparent to the programmer, control signals, interfaces between the computer and peripherals, memory technology used</a:t>
          </a:r>
          <a:endParaRPr lang="en-US" sz="1000" kern="1200" dirty="0"/>
        </a:p>
      </dsp:txBody>
      <dsp:txXfrm>
        <a:off x="1039922" y="3857543"/>
        <a:ext cx="1668393" cy="1136304"/>
      </dsp:txXfrm>
    </dsp:sp>
    <dsp:sp modelId="{D6EE7FF3-03D5-1248-B164-AC203683EA31}">
      <dsp:nvSpPr>
        <dsp:cNvPr id="0" name=""/>
        <dsp:cNvSpPr/>
      </dsp:nvSpPr>
      <dsp:spPr>
        <a:xfrm>
          <a:off x="5058105" y="0"/>
          <a:ext cx="2484424" cy="16093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kern="1200" dirty="0" smtClean="0"/>
            <a:t>Instruction set, number of bits used to represent various data types,   I/O mechanisms, techniques for addressing memory</a:t>
          </a:r>
          <a:endParaRPr lang="en-US" sz="1000" kern="1200" dirty="0"/>
        </a:p>
      </dsp:txBody>
      <dsp:txXfrm>
        <a:off x="5838784" y="35352"/>
        <a:ext cx="1668393" cy="1136304"/>
      </dsp:txXfrm>
    </dsp:sp>
    <dsp:sp modelId="{EAF475D4-71BA-AC4A-A978-8E1A58675943}">
      <dsp:nvSpPr>
        <dsp:cNvPr id="0" name=""/>
        <dsp:cNvSpPr/>
      </dsp:nvSpPr>
      <dsp:spPr>
        <a:xfrm>
          <a:off x="1004570" y="0"/>
          <a:ext cx="2484424" cy="16093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kern="1200" dirty="0" smtClean="0"/>
            <a:t>Attributes of a system visible to the programmer</a:t>
          </a:r>
          <a:endParaRPr lang="en-US" sz="1000" kern="1200" dirty="0"/>
        </a:p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kern="1200" dirty="0" smtClean="0"/>
            <a:t>Have a direct impact on the logical execution of a program</a:t>
          </a:r>
          <a:endParaRPr lang="en-US" sz="1000" kern="1200" dirty="0"/>
        </a:p>
      </dsp:txBody>
      <dsp:txXfrm>
        <a:off x="1039922" y="35352"/>
        <a:ext cx="1668393" cy="1136304"/>
      </dsp:txXfrm>
    </dsp:sp>
    <dsp:sp modelId="{0995DE62-81B9-0E4E-9982-90865C30B506}">
      <dsp:nvSpPr>
        <dsp:cNvPr id="0" name=""/>
        <dsp:cNvSpPr/>
      </dsp:nvSpPr>
      <dsp:spPr>
        <a:xfrm>
          <a:off x="2045614" y="286664"/>
          <a:ext cx="2177643" cy="2177643"/>
        </a:xfrm>
        <a:prstGeom prst="pieWedg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Computer Architecture</a:t>
          </a:r>
          <a:endParaRPr lang="en-US" sz="15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683431" y="924481"/>
        <a:ext cx="1539826" cy="1539826"/>
      </dsp:txXfrm>
    </dsp:sp>
    <dsp:sp modelId="{E56301CE-27B0-6744-BFE7-3637DF690F07}">
      <dsp:nvSpPr>
        <dsp:cNvPr id="0" name=""/>
        <dsp:cNvSpPr/>
      </dsp:nvSpPr>
      <dsp:spPr>
        <a:xfrm rot="5400000">
          <a:off x="4323842" y="286664"/>
          <a:ext cx="2177643" cy="2177643"/>
        </a:xfrm>
        <a:prstGeom prst="pieWedg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Architectural attributes include:</a:t>
          </a:r>
          <a:endParaRPr lang="en-US" sz="15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 rot="-5400000">
        <a:off x="4323842" y="924481"/>
        <a:ext cx="1539826" cy="1539826"/>
      </dsp:txXfrm>
    </dsp:sp>
    <dsp:sp modelId="{48FC8C78-AEC8-1E4B-9265-AE1BCBD2AB12}">
      <dsp:nvSpPr>
        <dsp:cNvPr id="0" name=""/>
        <dsp:cNvSpPr/>
      </dsp:nvSpPr>
      <dsp:spPr>
        <a:xfrm rot="10800000">
          <a:off x="4323842" y="2564892"/>
          <a:ext cx="2177643" cy="2177643"/>
        </a:xfrm>
        <a:prstGeom prst="pieWedg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Computer Organization </a:t>
          </a:r>
          <a:endParaRPr lang="en-US" sz="15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 rot="10800000">
        <a:off x="4323842" y="2564892"/>
        <a:ext cx="1539826" cy="1539826"/>
      </dsp:txXfrm>
    </dsp:sp>
    <dsp:sp modelId="{84C6FD03-EE72-914E-B7C9-68870374A795}">
      <dsp:nvSpPr>
        <dsp:cNvPr id="0" name=""/>
        <dsp:cNvSpPr/>
      </dsp:nvSpPr>
      <dsp:spPr>
        <a:xfrm rot="16200000">
          <a:off x="2045614" y="2564892"/>
          <a:ext cx="2177643" cy="2177643"/>
        </a:xfrm>
        <a:prstGeom prst="pieWedg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Organizational attributes include:</a:t>
          </a:r>
          <a:endParaRPr lang="en-US" sz="15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 rot="5400000">
        <a:off x="2683431" y="2564892"/>
        <a:ext cx="1539826" cy="1539826"/>
      </dsp:txXfrm>
    </dsp:sp>
    <dsp:sp modelId="{1A971C7A-02BC-2144-9C44-48A4E03337B1}">
      <dsp:nvSpPr>
        <dsp:cNvPr id="0" name=""/>
        <dsp:cNvSpPr/>
      </dsp:nvSpPr>
      <dsp:spPr>
        <a:xfrm>
          <a:off x="3897617" y="2061972"/>
          <a:ext cx="751865" cy="653795"/>
        </a:xfrm>
        <a:prstGeom prst="circularArrow">
          <a:avLst/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/>
      </dsp:style>
    </dsp:sp>
    <dsp:sp modelId="{290E4CF8-E8EE-584A-BC6F-814759FDAB7A}">
      <dsp:nvSpPr>
        <dsp:cNvPr id="0" name=""/>
        <dsp:cNvSpPr/>
      </dsp:nvSpPr>
      <dsp:spPr>
        <a:xfrm rot="10800000">
          <a:off x="3897617" y="2313432"/>
          <a:ext cx="751865" cy="653795"/>
        </a:xfrm>
        <a:prstGeom prst="circularArrow">
          <a:avLst/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497F74-E56D-D54A-A32A-EBB4F6B3EB59}">
      <dsp:nvSpPr>
        <dsp:cNvPr id="0" name=""/>
        <dsp:cNvSpPr/>
      </dsp:nvSpPr>
      <dsp:spPr>
        <a:xfrm rot="5400000">
          <a:off x="4746527" y="-1973908"/>
          <a:ext cx="662880" cy="477926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Contains a word to be stored in memory or sent to the  I/O unit</a:t>
          </a:r>
          <a:endParaRPr lang="en-US" sz="13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Or is used to receive a word from memory or from the I/O unit</a:t>
          </a:r>
          <a:endParaRPr lang="en-US" sz="13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 rot="-5400000">
        <a:off x="2688336" y="116642"/>
        <a:ext cx="4746905" cy="598162"/>
      </dsp:txXfrm>
    </dsp:sp>
    <dsp:sp modelId="{0CFA3958-9CCA-714D-80C2-D920A4C3B568}">
      <dsp:nvSpPr>
        <dsp:cNvPr id="0" name=""/>
        <dsp:cNvSpPr/>
      </dsp:nvSpPr>
      <dsp:spPr>
        <a:xfrm>
          <a:off x="0" y="1423"/>
          <a:ext cx="2688336" cy="8286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Memory buffer register (MBR)</a:t>
          </a:r>
          <a:endParaRPr lang="en-US" sz="17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40449" y="41872"/>
        <a:ext cx="2607438" cy="747702"/>
      </dsp:txXfrm>
    </dsp:sp>
    <dsp:sp modelId="{BE17F6E8-5455-3B44-880E-E877A6004AF4}">
      <dsp:nvSpPr>
        <dsp:cNvPr id="0" name=""/>
        <dsp:cNvSpPr/>
      </dsp:nvSpPr>
      <dsp:spPr>
        <a:xfrm rot="5400000">
          <a:off x="4746527" y="-1103877"/>
          <a:ext cx="662880" cy="477926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Specifies the address in memory of the word to be written from or read into the MBR</a:t>
          </a:r>
          <a:endParaRPr lang="en-US" sz="13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 rot="-5400000">
        <a:off x="2688336" y="986673"/>
        <a:ext cx="4746905" cy="598162"/>
      </dsp:txXfrm>
    </dsp:sp>
    <dsp:sp modelId="{48A8FEC9-0511-B347-8FBE-EBA2B7357690}">
      <dsp:nvSpPr>
        <dsp:cNvPr id="0" name=""/>
        <dsp:cNvSpPr/>
      </dsp:nvSpPr>
      <dsp:spPr>
        <a:xfrm>
          <a:off x="0" y="871453"/>
          <a:ext cx="2688336" cy="8286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Memory address register (MAR)</a:t>
          </a:r>
        </a:p>
      </dsp:txBody>
      <dsp:txXfrm>
        <a:off x="40449" y="911902"/>
        <a:ext cx="2607438" cy="747702"/>
      </dsp:txXfrm>
    </dsp:sp>
    <dsp:sp modelId="{7153501E-395B-E940-A6F0-A2B38B4DD9DA}">
      <dsp:nvSpPr>
        <dsp:cNvPr id="0" name=""/>
        <dsp:cNvSpPr/>
      </dsp:nvSpPr>
      <dsp:spPr>
        <a:xfrm rot="5400000">
          <a:off x="4746527" y="-233847"/>
          <a:ext cx="662880" cy="477926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Contains the 8-bit opcode instruction being executed</a:t>
          </a:r>
          <a:endParaRPr lang="en-US" sz="13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 rot="-5400000">
        <a:off x="2688336" y="1856703"/>
        <a:ext cx="4746905" cy="598162"/>
      </dsp:txXfrm>
    </dsp:sp>
    <dsp:sp modelId="{7766074F-B532-BA4A-B509-BE407CA8E0EF}">
      <dsp:nvSpPr>
        <dsp:cNvPr id="0" name=""/>
        <dsp:cNvSpPr/>
      </dsp:nvSpPr>
      <dsp:spPr>
        <a:xfrm>
          <a:off x="0" y="1741484"/>
          <a:ext cx="2688336" cy="8286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Instruction register (IR)</a:t>
          </a:r>
        </a:p>
      </dsp:txBody>
      <dsp:txXfrm>
        <a:off x="40449" y="1781933"/>
        <a:ext cx="2607438" cy="747702"/>
      </dsp:txXfrm>
    </dsp:sp>
    <dsp:sp modelId="{5DCB971D-C09B-EE4E-84F5-7EF86105255A}">
      <dsp:nvSpPr>
        <dsp:cNvPr id="0" name=""/>
        <dsp:cNvSpPr/>
      </dsp:nvSpPr>
      <dsp:spPr>
        <a:xfrm rot="5400000">
          <a:off x="4746527" y="636183"/>
          <a:ext cx="662880" cy="477926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Employed to temporarily hold the right-hand instruction from a word in memory</a:t>
          </a:r>
          <a:endParaRPr lang="en-US" sz="13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 rot="-5400000">
        <a:off x="2688336" y="2726734"/>
        <a:ext cx="4746905" cy="598162"/>
      </dsp:txXfrm>
    </dsp:sp>
    <dsp:sp modelId="{D62165FB-07F8-BB41-AD94-3FC196D4B89A}">
      <dsp:nvSpPr>
        <dsp:cNvPr id="0" name=""/>
        <dsp:cNvSpPr/>
      </dsp:nvSpPr>
      <dsp:spPr>
        <a:xfrm>
          <a:off x="0" y="2611515"/>
          <a:ext cx="2688336" cy="8286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Instruction buffer register (IBR)</a:t>
          </a:r>
        </a:p>
      </dsp:txBody>
      <dsp:txXfrm>
        <a:off x="40449" y="2651964"/>
        <a:ext cx="2607438" cy="747702"/>
      </dsp:txXfrm>
    </dsp:sp>
    <dsp:sp modelId="{99C0F29E-E6D4-594F-87A8-EF664CEC31E3}">
      <dsp:nvSpPr>
        <dsp:cNvPr id="0" name=""/>
        <dsp:cNvSpPr/>
      </dsp:nvSpPr>
      <dsp:spPr>
        <a:xfrm rot="5400000">
          <a:off x="4746527" y="1506213"/>
          <a:ext cx="662880" cy="477926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Contains the address of the next instruction pair to be fetched from memory</a:t>
          </a:r>
          <a:endParaRPr lang="en-US" sz="13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 rot="-5400000">
        <a:off x="2688336" y="3596764"/>
        <a:ext cx="4746905" cy="598162"/>
      </dsp:txXfrm>
    </dsp:sp>
    <dsp:sp modelId="{5184DBB6-5A0C-6745-8BDB-B2A811578BEF}">
      <dsp:nvSpPr>
        <dsp:cNvPr id="0" name=""/>
        <dsp:cNvSpPr/>
      </dsp:nvSpPr>
      <dsp:spPr>
        <a:xfrm>
          <a:off x="0" y="3481545"/>
          <a:ext cx="2688336" cy="8286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Program counter (PC)</a:t>
          </a:r>
        </a:p>
      </dsp:txBody>
      <dsp:txXfrm>
        <a:off x="40449" y="3521994"/>
        <a:ext cx="2607438" cy="747702"/>
      </dsp:txXfrm>
    </dsp:sp>
    <dsp:sp modelId="{7951A7FF-1A7B-4147-A464-EEADD31946FA}">
      <dsp:nvSpPr>
        <dsp:cNvPr id="0" name=""/>
        <dsp:cNvSpPr/>
      </dsp:nvSpPr>
      <dsp:spPr>
        <a:xfrm rot="5400000">
          <a:off x="4746527" y="2376244"/>
          <a:ext cx="662880" cy="477926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Employed to temporarily hold operands and results of ALU operations</a:t>
          </a:r>
          <a:endParaRPr lang="en-US" sz="13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 rot="-5400000">
        <a:off x="2688336" y="4466795"/>
        <a:ext cx="4746905" cy="598162"/>
      </dsp:txXfrm>
    </dsp:sp>
    <dsp:sp modelId="{5D289608-FBD2-6445-968F-32CDE3AA653D}">
      <dsp:nvSpPr>
        <dsp:cNvPr id="0" name=""/>
        <dsp:cNvSpPr/>
      </dsp:nvSpPr>
      <dsp:spPr>
        <a:xfrm>
          <a:off x="0" y="4351576"/>
          <a:ext cx="2688336" cy="8286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b="1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Accumulator (AC) and multiplier quotient (MQ)</a:t>
          </a:r>
        </a:p>
      </dsp:txBody>
      <dsp:txXfrm>
        <a:off x="40449" y="4392025"/>
        <a:ext cx="2607438" cy="74770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554690-5023-454D-81BF-0F8EF7FE64E8}">
      <dsp:nvSpPr>
        <dsp:cNvPr id="0" name=""/>
        <dsp:cNvSpPr/>
      </dsp:nvSpPr>
      <dsp:spPr>
        <a:xfrm>
          <a:off x="0" y="0"/>
          <a:ext cx="8640960" cy="5914023"/>
        </a:xfrm>
        <a:prstGeom prst="roundRect">
          <a:avLst>
            <a:gd name="adj" fmla="val 8500"/>
          </a:avLst>
        </a:prstGeom>
        <a:solidFill>
          <a:schemeClr val="accent1"/>
        </a:soli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4589939" numCol="1" spcCol="1270" anchor="t" anchorCtr="0">
          <a:noAutofit/>
        </a:bodyPr>
        <a:lstStyle/>
        <a:p>
          <a:pPr lvl="0" algn="l" defTabSz="12890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1965; Gordon Moore – co-founder of Intel</a:t>
          </a:r>
          <a:endParaRPr lang="en-US" sz="29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147233" y="147233"/>
        <a:ext cx="8346494" cy="5619557"/>
      </dsp:txXfrm>
    </dsp:sp>
    <dsp:sp modelId="{B4B2A9B5-CBBA-C949-942A-35DE101CCDFE}">
      <dsp:nvSpPr>
        <dsp:cNvPr id="0" name=""/>
        <dsp:cNvSpPr/>
      </dsp:nvSpPr>
      <dsp:spPr>
        <a:xfrm>
          <a:off x="216024" y="1478505"/>
          <a:ext cx="8208912" cy="4139816"/>
        </a:xfrm>
        <a:prstGeom prst="roundRect">
          <a:avLst>
            <a:gd name="adj" fmla="val 10500"/>
          </a:avLst>
        </a:prstGeom>
        <a:solidFill>
          <a:schemeClr val="accent4"/>
        </a:soli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2628783" numCol="1" spcCol="1270" anchor="t" anchorCtr="0">
          <a:noAutofit/>
        </a:bodyPr>
        <a:lstStyle/>
        <a:p>
          <a:pPr lvl="0" algn="l" defTabSz="12890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Observed number of transistors that could be put on a single chip was doubling every year</a:t>
          </a:r>
          <a:endParaRPr lang="en-US" sz="29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43338" y="1605819"/>
        <a:ext cx="7954284" cy="3885188"/>
      </dsp:txXfrm>
    </dsp:sp>
    <dsp:sp modelId="{EA68CD54-2321-944A-9097-D8C9F2E9C2D9}">
      <dsp:nvSpPr>
        <dsp:cNvPr id="0" name=""/>
        <dsp:cNvSpPr/>
      </dsp:nvSpPr>
      <dsp:spPr>
        <a:xfrm>
          <a:off x="421246" y="2927441"/>
          <a:ext cx="1641782" cy="2380394"/>
        </a:xfrm>
        <a:prstGeom prst="roundRect">
          <a:avLst>
            <a:gd name="adj" fmla="val 105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lvl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b="1" kern="1200" dirty="0" smtClean="0">
              <a:effectLst/>
            </a:rPr>
            <a:t>The pace slowed to a doubling every 18 months in the 1970’s but has sustained that rate ever since</a:t>
          </a:r>
          <a:endParaRPr lang="en-US" sz="1100" b="1" kern="1200" dirty="0">
            <a:effectLst/>
          </a:endParaRPr>
        </a:p>
      </dsp:txBody>
      <dsp:txXfrm>
        <a:off x="471736" y="2977931"/>
        <a:ext cx="1540802" cy="2279414"/>
      </dsp:txXfrm>
    </dsp:sp>
    <dsp:sp modelId="{9EC0930A-9BAA-D347-A334-BC7E180A4743}">
      <dsp:nvSpPr>
        <dsp:cNvPr id="0" name=""/>
        <dsp:cNvSpPr/>
      </dsp:nvSpPr>
      <dsp:spPr>
        <a:xfrm>
          <a:off x="2246649" y="2957011"/>
          <a:ext cx="5962262" cy="2365609"/>
        </a:xfrm>
        <a:prstGeom prst="roundRect">
          <a:avLst>
            <a:gd name="adj" fmla="val 10500"/>
          </a:avLst>
        </a:prstGeom>
        <a:solidFill>
          <a:schemeClr val="accent3"/>
        </a:soli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335255" numCol="1" spcCol="1270" anchor="t" anchorCtr="0">
          <a:noAutofit/>
        </a:bodyPr>
        <a:lstStyle/>
        <a:p>
          <a:pPr lvl="0" algn="l" defTabSz="12890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Consequences of Moore’s law: </a:t>
          </a:r>
          <a:endParaRPr lang="en-US" sz="29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319400" y="3029762"/>
        <a:ext cx="5816760" cy="2220107"/>
      </dsp:txXfrm>
    </dsp:sp>
    <dsp:sp modelId="{91813869-71C4-7749-AA7F-6F71B8046448}">
      <dsp:nvSpPr>
        <dsp:cNvPr id="0" name=""/>
        <dsp:cNvSpPr/>
      </dsp:nvSpPr>
      <dsp:spPr>
        <a:xfrm>
          <a:off x="2395706" y="4021535"/>
          <a:ext cx="1111810" cy="1064524"/>
        </a:xfrm>
        <a:prstGeom prst="roundRect">
          <a:avLst>
            <a:gd name="adj" fmla="val 105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b="1" kern="1200" dirty="0" smtClean="0">
              <a:effectLst/>
            </a:rPr>
            <a:t>The cost of computer logic and memory circuitry has fallen at a dramatic rate</a:t>
          </a:r>
        </a:p>
      </dsp:txBody>
      <dsp:txXfrm>
        <a:off x="2428444" y="4054273"/>
        <a:ext cx="1046334" cy="999048"/>
      </dsp:txXfrm>
    </dsp:sp>
    <dsp:sp modelId="{43D95310-0335-8948-925B-493826D68CA7}">
      <dsp:nvSpPr>
        <dsp:cNvPr id="0" name=""/>
        <dsp:cNvSpPr/>
      </dsp:nvSpPr>
      <dsp:spPr>
        <a:xfrm>
          <a:off x="3532958" y="4021535"/>
          <a:ext cx="1111810" cy="1064524"/>
        </a:xfrm>
        <a:prstGeom prst="roundRect">
          <a:avLst>
            <a:gd name="adj" fmla="val 105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b="1" kern="1200" dirty="0" smtClean="0">
              <a:effectLst/>
            </a:rPr>
            <a:t>The electrical path length is shortened, increasing operating speed</a:t>
          </a:r>
        </a:p>
      </dsp:txBody>
      <dsp:txXfrm>
        <a:off x="3565696" y="4054273"/>
        <a:ext cx="1046334" cy="999048"/>
      </dsp:txXfrm>
    </dsp:sp>
    <dsp:sp modelId="{2BFD2A48-BAFB-C448-9560-380462349BFA}">
      <dsp:nvSpPr>
        <dsp:cNvPr id="0" name=""/>
        <dsp:cNvSpPr/>
      </dsp:nvSpPr>
      <dsp:spPr>
        <a:xfrm>
          <a:off x="4670211" y="4021535"/>
          <a:ext cx="1111810" cy="1064524"/>
        </a:xfrm>
        <a:prstGeom prst="roundRect">
          <a:avLst>
            <a:gd name="adj" fmla="val 105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lvl="0" algn="ctr" defTabSz="4000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900" b="1" kern="1200" dirty="0" smtClean="0">
              <a:effectLst/>
            </a:rPr>
            <a:t>Computer becomes smaller and is more convenient to use in a variety of environments</a:t>
          </a:r>
        </a:p>
      </dsp:txBody>
      <dsp:txXfrm>
        <a:off x="4702949" y="4054273"/>
        <a:ext cx="1046334" cy="999048"/>
      </dsp:txXfrm>
    </dsp:sp>
    <dsp:sp modelId="{54116479-2825-CE4B-A0CD-356DD46D1C46}">
      <dsp:nvSpPr>
        <dsp:cNvPr id="0" name=""/>
        <dsp:cNvSpPr/>
      </dsp:nvSpPr>
      <dsp:spPr>
        <a:xfrm>
          <a:off x="5807463" y="4021535"/>
          <a:ext cx="1111810" cy="1064524"/>
        </a:xfrm>
        <a:prstGeom prst="roundRect">
          <a:avLst>
            <a:gd name="adj" fmla="val 105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b="1" kern="1200" dirty="0" smtClean="0">
              <a:effectLst/>
            </a:rPr>
            <a:t>Reduction in power and cooling requirements</a:t>
          </a:r>
        </a:p>
      </dsp:txBody>
      <dsp:txXfrm>
        <a:off x="5840201" y="4054273"/>
        <a:ext cx="1046334" cy="999048"/>
      </dsp:txXfrm>
    </dsp:sp>
    <dsp:sp modelId="{A184587C-4EF5-0248-B0F8-E4E73CF3787B}">
      <dsp:nvSpPr>
        <dsp:cNvPr id="0" name=""/>
        <dsp:cNvSpPr/>
      </dsp:nvSpPr>
      <dsp:spPr>
        <a:xfrm>
          <a:off x="6944715" y="4021535"/>
          <a:ext cx="1111810" cy="1064524"/>
        </a:xfrm>
        <a:prstGeom prst="roundRect">
          <a:avLst>
            <a:gd name="adj" fmla="val 105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b="1" kern="1200" dirty="0" smtClean="0">
              <a:effectLst/>
            </a:rPr>
            <a:t>Fewer interchip connections</a:t>
          </a:r>
        </a:p>
      </dsp:txBody>
      <dsp:txXfrm>
        <a:off x="6977453" y="4054273"/>
        <a:ext cx="1046334" cy="99904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B3A8F4-DBAF-054A-87E9-CA4C80492978}">
      <dsp:nvSpPr>
        <dsp:cNvPr id="0" name=""/>
        <dsp:cNvSpPr/>
      </dsp:nvSpPr>
      <dsp:spPr>
        <a:xfrm>
          <a:off x="1097288" y="3076"/>
          <a:ext cx="2553207" cy="1531924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solidFill>
                <a:schemeClr val="accent2"/>
              </a:solidFill>
            </a:rPr>
            <a:t>Similar or identical instruction set</a:t>
          </a:r>
          <a:endParaRPr lang="en-US" sz="2400" kern="1200" dirty="0">
            <a:solidFill>
              <a:schemeClr val="accent2"/>
            </a:solidFill>
          </a:endParaRPr>
        </a:p>
      </dsp:txBody>
      <dsp:txXfrm>
        <a:off x="1097288" y="3076"/>
        <a:ext cx="2553207" cy="1531924"/>
      </dsp:txXfrm>
    </dsp:sp>
    <dsp:sp modelId="{FA582ED2-3C35-2B4C-AC47-158238A97EAA}">
      <dsp:nvSpPr>
        <dsp:cNvPr id="0" name=""/>
        <dsp:cNvSpPr/>
      </dsp:nvSpPr>
      <dsp:spPr>
        <a:xfrm>
          <a:off x="3905816" y="3076"/>
          <a:ext cx="2553207" cy="1531924"/>
        </a:xfrm>
        <a:prstGeom prst="rect">
          <a:avLst/>
        </a:prstGeom>
        <a:gradFill rotWithShape="0">
          <a:gsLst>
            <a:gs pos="0">
              <a:schemeClr val="accent4">
                <a:hueOff val="-341748"/>
                <a:satOff val="14627"/>
                <a:lumOff val="863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4">
                <a:hueOff val="-341748"/>
                <a:satOff val="14627"/>
                <a:lumOff val="863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solidFill>
                <a:schemeClr val="accent2"/>
              </a:solidFill>
            </a:rPr>
            <a:t>Similar or identical operating system</a:t>
          </a:r>
          <a:endParaRPr lang="en-US" sz="2400" kern="1200" dirty="0">
            <a:solidFill>
              <a:schemeClr val="accent2"/>
            </a:solidFill>
          </a:endParaRPr>
        </a:p>
      </dsp:txBody>
      <dsp:txXfrm>
        <a:off x="3905816" y="3076"/>
        <a:ext cx="2553207" cy="1531924"/>
      </dsp:txXfrm>
    </dsp:sp>
    <dsp:sp modelId="{BA977F84-EBC6-3949-BAD4-AEC214C55B5C}">
      <dsp:nvSpPr>
        <dsp:cNvPr id="0" name=""/>
        <dsp:cNvSpPr/>
      </dsp:nvSpPr>
      <dsp:spPr>
        <a:xfrm>
          <a:off x="1097288" y="1790321"/>
          <a:ext cx="2553207" cy="1531924"/>
        </a:xfrm>
        <a:prstGeom prst="rect">
          <a:avLst/>
        </a:prstGeom>
        <a:gradFill rotWithShape="0">
          <a:gsLst>
            <a:gs pos="0">
              <a:schemeClr val="accent4">
                <a:hueOff val="-683495"/>
                <a:satOff val="29253"/>
                <a:lumOff val="1725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4">
                <a:hueOff val="-683495"/>
                <a:satOff val="29253"/>
                <a:lumOff val="1725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smtClean="0">
              <a:solidFill>
                <a:schemeClr val="accent2"/>
              </a:solidFill>
            </a:rPr>
            <a:t>Increasing speed</a:t>
          </a:r>
          <a:endParaRPr lang="en-US" sz="2400" kern="1200">
            <a:solidFill>
              <a:schemeClr val="accent2"/>
            </a:solidFill>
          </a:endParaRPr>
        </a:p>
      </dsp:txBody>
      <dsp:txXfrm>
        <a:off x="1097288" y="1790321"/>
        <a:ext cx="2553207" cy="1531924"/>
      </dsp:txXfrm>
    </dsp:sp>
    <dsp:sp modelId="{35EA873F-5D1B-7546-86AF-A04E826F38F3}">
      <dsp:nvSpPr>
        <dsp:cNvPr id="0" name=""/>
        <dsp:cNvSpPr/>
      </dsp:nvSpPr>
      <dsp:spPr>
        <a:xfrm>
          <a:off x="3905816" y="1790321"/>
          <a:ext cx="2553207" cy="1531924"/>
        </a:xfrm>
        <a:prstGeom prst="rect">
          <a:avLst/>
        </a:prstGeom>
        <a:gradFill rotWithShape="0">
          <a:gsLst>
            <a:gs pos="0">
              <a:schemeClr val="accent4">
                <a:hueOff val="-1025243"/>
                <a:satOff val="43880"/>
                <a:lumOff val="2588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4">
                <a:hueOff val="-1025243"/>
                <a:satOff val="43880"/>
                <a:lumOff val="2588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solidFill>
                <a:schemeClr val="accent2"/>
              </a:solidFill>
            </a:rPr>
            <a:t>Increasing number of I/O ports</a:t>
          </a:r>
          <a:endParaRPr lang="en-US" sz="2400" kern="1200" dirty="0">
            <a:solidFill>
              <a:schemeClr val="accent2"/>
            </a:solidFill>
          </a:endParaRPr>
        </a:p>
      </dsp:txBody>
      <dsp:txXfrm>
        <a:off x="3905816" y="1790321"/>
        <a:ext cx="2553207" cy="1531924"/>
      </dsp:txXfrm>
    </dsp:sp>
    <dsp:sp modelId="{F226B956-3E06-634C-B7F5-82D87DA21273}">
      <dsp:nvSpPr>
        <dsp:cNvPr id="0" name=""/>
        <dsp:cNvSpPr/>
      </dsp:nvSpPr>
      <dsp:spPr>
        <a:xfrm>
          <a:off x="1097288" y="3577566"/>
          <a:ext cx="2553207" cy="1531924"/>
        </a:xfrm>
        <a:prstGeom prst="rect">
          <a:avLst/>
        </a:prstGeom>
        <a:gradFill rotWithShape="0">
          <a:gsLst>
            <a:gs pos="0">
              <a:schemeClr val="accent4">
                <a:hueOff val="-1366990"/>
                <a:satOff val="58506"/>
                <a:lumOff val="345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4">
                <a:hueOff val="-1366990"/>
                <a:satOff val="58506"/>
                <a:lumOff val="345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solidFill>
                <a:schemeClr val="accent2"/>
              </a:solidFill>
            </a:rPr>
            <a:t>Increasing memory size</a:t>
          </a:r>
          <a:endParaRPr lang="en-US" sz="2400" kern="1200" dirty="0">
            <a:solidFill>
              <a:schemeClr val="accent2"/>
            </a:solidFill>
          </a:endParaRPr>
        </a:p>
      </dsp:txBody>
      <dsp:txXfrm>
        <a:off x="1097288" y="3577566"/>
        <a:ext cx="2553207" cy="1531924"/>
      </dsp:txXfrm>
    </dsp:sp>
    <dsp:sp modelId="{01FD6AEA-3BB6-E743-B79F-A693BB80D0A8}">
      <dsp:nvSpPr>
        <dsp:cNvPr id="0" name=""/>
        <dsp:cNvSpPr/>
      </dsp:nvSpPr>
      <dsp:spPr>
        <a:xfrm>
          <a:off x="3905816" y="3577566"/>
          <a:ext cx="2553207" cy="1531924"/>
        </a:xfrm>
        <a:prstGeom prst="rect">
          <a:avLst/>
        </a:prstGeom>
        <a:gradFill rotWithShape="0">
          <a:gsLst>
            <a:gs pos="0">
              <a:schemeClr val="accent4">
                <a:hueOff val="-1708738"/>
                <a:satOff val="73133"/>
                <a:lumOff val="4313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4">
                <a:hueOff val="-1708738"/>
                <a:satOff val="73133"/>
                <a:lumOff val="4313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solidFill>
                <a:schemeClr val="accent2"/>
              </a:solidFill>
            </a:rPr>
            <a:t>Increasing cost</a:t>
          </a:r>
          <a:endParaRPr lang="en-US" sz="2400" kern="1200" dirty="0">
            <a:solidFill>
              <a:schemeClr val="accent2"/>
            </a:solidFill>
          </a:endParaRPr>
        </a:p>
      </dsp:txBody>
      <dsp:txXfrm>
        <a:off x="3905816" y="3577566"/>
        <a:ext cx="2553207" cy="153192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39DE1C-6487-F644-B0FB-514DFD9A6203}">
      <dsp:nvSpPr>
        <dsp:cNvPr id="0" name=""/>
        <dsp:cNvSpPr/>
      </dsp:nvSpPr>
      <dsp:spPr>
        <a:xfrm>
          <a:off x="0" y="4073500"/>
          <a:ext cx="8610600" cy="1336699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Since 1970 semiconductor memory has been through 13 generations</a:t>
          </a:r>
          <a:endParaRPr lang="en-US" sz="1700" kern="1200" dirty="0"/>
        </a:p>
      </dsp:txBody>
      <dsp:txXfrm>
        <a:off x="0" y="4073500"/>
        <a:ext cx="8610600" cy="721817"/>
      </dsp:txXfrm>
    </dsp:sp>
    <dsp:sp modelId="{3D32EC06-2A10-E044-BF0D-8C73C5E8D97F}">
      <dsp:nvSpPr>
        <dsp:cNvPr id="0" name=""/>
        <dsp:cNvSpPr/>
      </dsp:nvSpPr>
      <dsp:spPr>
        <a:xfrm>
          <a:off x="0" y="4767627"/>
          <a:ext cx="8610600" cy="61488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lvl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Each generation has provided four times the storage density of the previous generation, accompanied by declining cost per bit and declining access time</a:t>
          </a:r>
          <a:endParaRPr lang="en-US" sz="1400" kern="1200" dirty="0"/>
        </a:p>
      </dsp:txBody>
      <dsp:txXfrm>
        <a:off x="0" y="4767627"/>
        <a:ext cx="8610600" cy="614881"/>
      </dsp:txXfrm>
    </dsp:sp>
    <dsp:sp modelId="{9295D34B-13D6-E143-8FAA-4C45DFED13EF}">
      <dsp:nvSpPr>
        <dsp:cNvPr id="0" name=""/>
        <dsp:cNvSpPr/>
      </dsp:nvSpPr>
      <dsp:spPr>
        <a:xfrm rot="10800000">
          <a:off x="0" y="2036750"/>
          <a:ext cx="8610600" cy="2055844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solidFill>
            <a:srgbClr val="8000FF"/>
          </a:solidFill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In 1974 the price per bit of semiconductor memory dropped below the price per bit of core memory</a:t>
          </a:r>
          <a:endParaRPr lang="en-US" sz="1700" kern="1200" dirty="0"/>
        </a:p>
      </dsp:txBody>
      <dsp:txXfrm rot="-10800000">
        <a:off x="0" y="2036750"/>
        <a:ext cx="8610600" cy="721601"/>
      </dsp:txXfrm>
    </dsp:sp>
    <dsp:sp modelId="{02DEDF47-B60B-174C-B68D-9085A3F1AB6A}">
      <dsp:nvSpPr>
        <dsp:cNvPr id="0" name=""/>
        <dsp:cNvSpPr/>
      </dsp:nvSpPr>
      <dsp:spPr>
        <a:xfrm>
          <a:off x="0" y="2758351"/>
          <a:ext cx="4305299" cy="6146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lvl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There has been a continuing and rapid decline in memory cost accompanied by a corresponding increase in physical memory density</a:t>
          </a:r>
          <a:endParaRPr lang="en-US" sz="1400" kern="1200" dirty="0"/>
        </a:p>
      </dsp:txBody>
      <dsp:txXfrm>
        <a:off x="0" y="2758351"/>
        <a:ext cx="4305299" cy="614697"/>
      </dsp:txXfrm>
    </dsp:sp>
    <dsp:sp modelId="{80A90482-38CF-964E-898E-B14683C6E887}">
      <dsp:nvSpPr>
        <dsp:cNvPr id="0" name=""/>
        <dsp:cNvSpPr/>
      </dsp:nvSpPr>
      <dsp:spPr>
        <a:xfrm>
          <a:off x="4305300" y="2758351"/>
          <a:ext cx="4305299" cy="6146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lvl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Developments in memory and processor technologies changed the nature of computers in less than a decade</a:t>
          </a:r>
          <a:endParaRPr lang="en-US" sz="1400" kern="1200" dirty="0"/>
        </a:p>
      </dsp:txBody>
      <dsp:txXfrm>
        <a:off x="4305300" y="2758351"/>
        <a:ext cx="4305299" cy="614697"/>
      </dsp:txXfrm>
    </dsp:sp>
    <dsp:sp modelId="{20D983A6-25B2-D34F-9721-9F543575F986}">
      <dsp:nvSpPr>
        <dsp:cNvPr id="0" name=""/>
        <dsp:cNvSpPr/>
      </dsp:nvSpPr>
      <dsp:spPr>
        <a:xfrm rot="10800000">
          <a:off x="0" y="956"/>
          <a:ext cx="8610600" cy="2055844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solidFill>
            <a:srgbClr val="8000FF"/>
          </a:solidFill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In 1970 Fairchild produced the first relatively capacious semiconductor memory</a:t>
          </a:r>
          <a:endParaRPr lang="en-US" sz="1700" kern="1200" dirty="0"/>
        </a:p>
      </dsp:txBody>
      <dsp:txXfrm rot="-10800000">
        <a:off x="0" y="956"/>
        <a:ext cx="8610600" cy="721601"/>
      </dsp:txXfrm>
    </dsp:sp>
    <dsp:sp modelId="{BCDEB9CC-91F2-B04C-BF78-8C8FAC34A974}">
      <dsp:nvSpPr>
        <dsp:cNvPr id="0" name=""/>
        <dsp:cNvSpPr/>
      </dsp:nvSpPr>
      <dsp:spPr>
        <a:xfrm>
          <a:off x="0" y="722557"/>
          <a:ext cx="2152649" cy="6146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lvl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Chip was about the size of a single core</a:t>
          </a:r>
          <a:endParaRPr lang="en-US" sz="1400" kern="1200" dirty="0"/>
        </a:p>
      </dsp:txBody>
      <dsp:txXfrm>
        <a:off x="0" y="722557"/>
        <a:ext cx="2152649" cy="614697"/>
      </dsp:txXfrm>
    </dsp:sp>
    <dsp:sp modelId="{22D687DF-5A41-C04B-83B2-990819124270}">
      <dsp:nvSpPr>
        <dsp:cNvPr id="0" name=""/>
        <dsp:cNvSpPr/>
      </dsp:nvSpPr>
      <dsp:spPr>
        <a:xfrm>
          <a:off x="2152650" y="722557"/>
          <a:ext cx="2152649" cy="6146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lvl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Could hold 256 bits of memory</a:t>
          </a:r>
          <a:endParaRPr lang="en-US" sz="1400" kern="1200" dirty="0"/>
        </a:p>
      </dsp:txBody>
      <dsp:txXfrm>
        <a:off x="2152650" y="722557"/>
        <a:ext cx="2152649" cy="614697"/>
      </dsp:txXfrm>
    </dsp:sp>
    <dsp:sp modelId="{97A27664-9A96-1645-A7EC-5BE951D18748}">
      <dsp:nvSpPr>
        <dsp:cNvPr id="0" name=""/>
        <dsp:cNvSpPr/>
      </dsp:nvSpPr>
      <dsp:spPr>
        <a:xfrm>
          <a:off x="4305300" y="722557"/>
          <a:ext cx="2152649" cy="6146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lvl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Non-destructive</a:t>
          </a:r>
          <a:endParaRPr lang="en-US" sz="1400" kern="1200" dirty="0"/>
        </a:p>
      </dsp:txBody>
      <dsp:txXfrm>
        <a:off x="4305300" y="722557"/>
        <a:ext cx="2152649" cy="614697"/>
      </dsp:txXfrm>
    </dsp:sp>
    <dsp:sp modelId="{23FFA982-4016-B24A-AD76-E71171B95C2B}">
      <dsp:nvSpPr>
        <dsp:cNvPr id="0" name=""/>
        <dsp:cNvSpPr/>
      </dsp:nvSpPr>
      <dsp:spPr>
        <a:xfrm>
          <a:off x="6457949" y="722557"/>
          <a:ext cx="2152649" cy="6146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lvl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Much faster than core </a:t>
          </a:r>
          <a:endParaRPr lang="en-US" sz="1400" kern="1200" dirty="0"/>
        </a:p>
      </dsp:txBody>
      <dsp:txXfrm>
        <a:off x="6457949" y="722557"/>
        <a:ext cx="2152649" cy="61469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00454-1CF3-C942-BD65-DD76190E44C3}">
      <dsp:nvSpPr>
        <dsp:cNvPr id="0" name=""/>
        <dsp:cNvSpPr/>
      </dsp:nvSpPr>
      <dsp:spPr>
        <a:xfrm>
          <a:off x="3935" y="92681"/>
          <a:ext cx="1508422" cy="403021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8080</a:t>
          </a:r>
          <a:endParaRPr lang="en-US" sz="1800" kern="1200" dirty="0"/>
        </a:p>
      </dsp:txBody>
      <dsp:txXfrm>
        <a:off x="3935" y="92681"/>
        <a:ext cx="1508422" cy="403021"/>
      </dsp:txXfrm>
    </dsp:sp>
    <dsp:sp modelId="{7BFBF2A3-0772-704B-A26B-0F9C645892BA}">
      <dsp:nvSpPr>
        <dsp:cNvPr id="0" name=""/>
        <dsp:cNvSpPr/>
      </dsp:nvSpPr>
      <dsp:spPr>
        <a:xfrm>
          <a:off x="3935" y="495703"/>
          <a:ext cx="1508422" cy="442494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9342" tIns="69342" rIns="92456" bIns="104013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smtClean="0"/>
            <a:t>World’s first general-purpose microprocessor</a:t>
          </a:r>
          <a:endParaRPr lang="en-US" sz="1300" kern="1200"/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dirty="0" smtClean="0"/>
            <a:t>8-bit machine, 8-bit data path to memory</a:t>
          </a:r>
          <a:endParaRPr lang="en-US" sz="1300" kern="1200" dirty="0"/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smtClean="0"/>
            <a:t>Was used in the first personal computer (Altair)</a:t>
          </a:r>
          <a:endParaRPr lang="en-US" sz="1300" kern="1200"/>
        </a:p>
      </dsp:txBody>
      <dsp:txXfrm>
        <a:off x="3935" y="495703"/>
        <a:ext cx="1508422" cy="4424940"/>
      </dsp:txXfrm>
    </dsp:sp>
    <dsp:sp modelId="{6F672CE8-FADD-B54B-9F24-7FD6B08E2F30}">
      <dsp:nvSpPr>
        <dsp:cNvPr id="0" name=""/>
        <dsp:cNvSpPr/>
      </dsp:nvSpPr>
      <dsp:spPr>
        <a:xfrm>
          <a:off x="1723536" y="92681"/>
          <a:ext cx="1508422" cy="403021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8086</a:t>
          </a:r>
          <a:endParaRPr lang="en-US" sz="1800" kern="1200" dirty="0"/>
        </a:p>
      </dsp:txBody>
      <dsp:txXfrm>
        <a:off x="1723536" y="92681"/>
        <a:ext cx="1508422" cy="403021"/>
      </dsp:txXfrm>
    </dsp:sp>
    <dsp:sp modelId="{31BB9E97-7BDF-5A4E-BFC2-3F009BF2951D}">
      <dsp:nvSpPr>
        <dsp:cNvPr id="0" name=""/>
        <dsp:cNvSpPr/>
      </dsp:nvSpPr>
      <dsp:spPr>
        <a:xfrm>
          <a:off x="1723536" y="495703"/>
          <a:ext cx="1508422" cy="442494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9342" tIns="69342" rIns="92456" bIns="104013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smtClean="0"/>
            <a:t>A more powerful 16-bit machine</a:t>
          </a:r>
          <a:endParaRPr lang="en-US" sz="1300" kern="1200"/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dirty="0" smtClean="0"/>
            <a:t>Has an instruction cache, or queue, that prefetches a few instructions before they are executed</a:t>
          </a:r>
          <a:endParaRPr lang="en-US" sz="1300" kern="1200" dirty="0"/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smtClean="0"/>
            <a:t>The first appearance of the x86 architecture</a:t>
          </a:r>
          <a:endParaRPr lang="en-US" sz="1300" kern="1200"/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smtClean="0"/>
            <a:t>The 8088 was a variant of this processor and used in IBM’s first personal computer (securing the success of Intel</a:t>
          </a:r>
          <a:endParaRPr lang="en-US" sz="1300" kern="1200"/>
        </a:p>
      </dsp:txBody>
      <dsp:txXfrm>
        <a:off x="1723536" y="495703"/>
        <a:ext cx="1508422" cy="4424940"/>
      </dsp:txXfrm>
    </dsp:sp>
    <dsp:sp modelId="{162916D5-5368-F64B-9D98-7DF7F300661F}">
      <dsp:nvSpPr>
        <dsp:cNvPr id="0" name=""/>
        <dsp:cNvSpPr/>
      </dsp:nvSpPr>
      <dsp:spPr>
        <a:xfrm>
          <a:off x="3443138" y="92681"/>
          <a:ext cx="1508422" cy="403021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80286</a:t>
          </a:r>
          <a:endParaRPr lang="en-US" sz="1800" kern="1200" dirty="0"/>
        </a:p>
      </dsp:txBody>
      <dsp:txXfrm>
        <a:off x="3443138" y="92681"/>
        <a:ext cx="1508422" cy="403021"/>
      </dsp:txXfrm>
    </dsp:sp>
    <dsp:sp modelId="{CF06B9F9-B0F5-EA48-B4F6-6821AD3DAF4C}">
      <dsp:nvSpPr>
        <dsp:cNvPr id="0" name=""/>
        <dsp:cNvSpPr/>
      </dsp:nvSpPr>
      <dsp:spPr>
        <a:xfrm>
          <a:off x="3443138" y="495703"/>
          <a:ext cx="1508422" cy="442494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9342" tIns="69342" rIns="92456" bIns="104013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dirty="0" smtClean="0"/>
            <a:t>Extension of the 8086 enabling addressing a 16-MB memory instead of just 1MB</a:t>
          </a:r>
          <a:endParaRPr lang="en-US" sz="1300" kern="1200" dirty="0"/>
        </a:p>
      </dsp:txBody>
      <dsp:txXfrm>
        <a:off x="3443138" y="495703"/>
        <a:ext cx="1508422" cy="4424940"/>
      </dsp:txXfrm>
    </dsp:sp>
    <dsp:sp modelId="{1B9ECA26-4EE1-5945-8D9E-8C0ABB9F2C37}">
      <dsp:nvSpPr>
        <dsp:cNvPr id="0" name=""/>
        <dsp:cNvSpPr/>
      </dsp:nvSpPr>
      <dsp:spPr>
        <a:xfrm>
          <a:off x="5162740" y="92681"/>
          <a:ext cx="1508422" cy="403021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80386</a:t>
          </a:r>
          <a:endParaRPr lang="en-US" sz="1800" kern="1200" dirty="0"/>
        </a:p>
      </dsp:txBody>
      <dsp:txXfrm>
        <a:off x="5162740" y="92681"/>
        <a:ext cx="1508422" cy="403021"/>
      </dsp:txXfrm>
    </dsp:sp>
    <dsp:sp modelId="{424BCA7A-4E6A-294F-9EA3-ED3BAC2BC2A9}">
      <dsp:nvSpPr>
        <dsp:cNvPr id="0" name=""/>
        <dsp:cNvSpPr/>
      </dsp:nvSpPr>
      <dsp:spPr>
        <a:xfrm>
          <a:off x="5162740" y="495703"/>
          <a:ext cx="1508422" cy="442494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9342" tIns="69342" rIns="92456" bIns="104013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smtClean="0"/>
            <a:t>Intel’s first 32-bit machine</a:t>
          </a:r>
          <a:endParaRPr lang="en-US" sz="1300" kern="1200"/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smtClean="0"/>
            <a:t>First Intel processor to support multitasking</a:t>
          </a:r>
          <a:endParaRPr lang="en-US" sz="1300" kern="1200"/>
        </a:p>
      </dsp:txBody>
      <dsp:txXfrm>
        <a:off x="5162740" y="495703"/>
        <a:ext cx="1508422" cy="4424940"/>
      </dsp:txXfrm>
    </dsp:sp>
    <dsp:sp modelId="{5FA66C6E-3604-BC4D-A31B-AE01B8FB6C85}">
      <dsp:nvSpPr>
        <dsp:cNvPr id="0" name=""/>
        <dsp:cNvSpPr/>
      </dsp:nvSpPr>
      <dsp:spPr>
        <a:xfrm>
          <a:off x="6882342" y="92681"/>
          <a:ext cx="1508422" cy="403021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lvl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80486</a:t>
          </a:r>
          <a:endParaRPr lang="en-US" sz="1800" kern="1200" dirty="0"/>
        </a:p>
      </dsp:txBody>
      <dsp:txXfrm>
        <a:off x="6882342" y="92681"/>
        <a:ext cx="1508422" cy="403021"/>
      </dsp:txXfrm>
    </dsp:sp>
    <dsp:sp modelId="{C65417AC-B100-5C48-AE72-EFF7D37FF1C8}">
      <dsp:nvSpPr>
        <dsp:cNvPr id="0" name=""/>
        <dsp:cNvSpPr/>
      </dsp:nvSpPr>
      <dsp:spPr>
        <a:xfrm>
          <a:off x="6882342" y="495703"/>
          <a:ext cx="1508422" cy="442494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9342" tIns="69342" rIns="92456" bIns="104013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smtClean="0"/>
            <a:t>Introduced the use of much more sophisticated and powerful cache technology and sophisticated instruction pipelining</a:t>
          </a:r>
          <a:endParaRPr lang="en-US" sz="1300" kern="1200"/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300" kern="1200" smtClean="0"/>
            <a:t>Also offered a built-in math coprocessor</a:t>
          </a:r>
          <a:endParaRPr lang="en-US" sz="1300" kern="1200"/>
        </a:p>
      </dsp:txBody>
      <dsp:txXfrm>
        <a:off x="6882342" y="495703"/>
        <a:ext cx="1508422" cy="442494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788940-4630-5F4E-998C-D3076EFFC840}">
      <dsp:nvSpPr>
        <dsp:cNvPr id="0" name=""/>
        <dsp:cNvSpPr/>
      </dsp:nvSpPr>
      <dsp:spPr>
        <a:xfrm>
          <a:off x="0" y="246900"/>
          <a:ext cx="9036496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1332" tIns="166624" rIns="701332" bIns="85344" numCol="1" spcCol="1270" anchor="t" anchorCtr="0">
          <a:noAutofit/>
        </a:bodyPr>
        <a:lstStyle/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Intel introduced the use of superscalar techniques, which allow multiple instructions to execute in parallel</a:t>
          </a:r>
          <a:endParaRPr lang="en-US" sz="1200" kern="1200" dirty="0"/>
        </a:p>
      </dsp:txBody>
      <dsp:txXfrm>
        <a:off x="0" y="246900"/>
        <a:ext cx="9036496" cy="428400"/>
      </dsp:txXfrm>
    </dsp:sp>
    <dsp:sp modelId="{926171EE-F438-0343-92FF-E27C41A5667F}">
      <dsp:nvSpPr>
        <dsp:cNvPr id="0" name=""/>
        <dsp:cNvSpPr/>
      </dsp:nvSpPr>
      <dsp:spPr>
        <a:xfrm>
          <a:off x="0" y="72006"/>
          <a:ext cx="6325547" cy="2361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91" tIns="0" rIns="239091" bIns="0" numCol="1" spcCol="1270" anchor="ctr" anchorCtr="0">
          <a:noAutofit/>
        </a:bodyPr>
        <a:lstStyle/>
        <a:p>
          <a:pPr lvl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Pentium</a:t>
          </a:r>
          <a:endParaRPr lang="en-US" sz="1600" kern="1200" dirty="0"/>
        </a:p>
      </dsp:txBody>
      <dsp:txXfrm>
        <a:off x="11528" y="83534"/>
        <a:ext cx="6302491" cy="213104"/>
      </dsp:txXfrm>
    </dsp:sp>
    <dsp:sp modelId="{DF8C5430-0B8A-3E4F-8CE4-876B02EC3DF9}">
      <dsp:nvSpPr>
        <dsp:cNvPr id="0" name=""/>
        <dsp:cNvSpPr/>
      </dsp:nvSpPr>
      <dsp:spPr>
        <a:xfrm>
          <a:off x="0" y="836579"/>
          <a:ext cx="9036496" cy="592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-423459"/>
              <a:satOff val="-7158"/>
              <a:lumOff val="5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1332" tIns="166624" rIns="701332" bIns="85344" numCol="1" spcCol="1270" anchor="t" anchorCtr="0">
          <a:noAutofit/>
        </a:bodyPr>
        <a:lstStyle/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Continued the move into superscalar organization with aggressive use of register renaming, branch prediction, data flow analysis, and speculative execution</a:t>
          </a:r>
          <a:endParaRPr lang="en-US" sz="1200" kern="1200" dirty="0"/>
        </a:p>
      </dsp:txBody>
      <dsp:txXfrm>
        <a:off x="0" y="836579"/>
        <a:ext cx="9036496" cy="592200"/>
      </dsp:txXfrm>
    </dsp:sp>
    <dsp:sp modelId="{87AF5CD5-0F4E-AE4E-ACEF-15012E170E95}">
      <dsp:nvSpPr>
        <dsp:cNvPr id="0" name=""/>
        <dsp:cNvSpPr/>
      </dsp:nvSpPr>
      <dsp:spPr>
        <a:xfrm>
          <a:off x="451824" y="718500"/>
          <a:ext cx="6325547" cy="236160"/>
        </a:xfrm>
        <a:prstGeom prst="roundRect">
          <a:avLst/>
        </a:prstGeom>
        <a:solidFill>
          <a:schemeClr val="accent2">
            <a:hueOff val="-423459"/>
            <a:satOff val="-7158"/>
            <a:lumOff val="5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91" tIns="0" rIns="239091" bIns="0" numCol="1" spcCol="1270" anchor="ctr" anchorCtr="0">
          <a:noAutofit/>
        </a:bodyPr>
        <a:lstStyle/>
        <a:p>
          <a:pPr lvl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Pentium Pro</a:t>
          </a:r>
          <a:endParaRPr lang="en-US" sz="1600" kern="1200" dirty="0"/>
        </a:p>
      </dsp:txBody>
      <dsp:txXfrm>
        <a:off x="463352" y="730028"/>
        <a:ext cx="6302491" cy="213104"/>
      </dsp:txXfrm>
    </dsp:sp>
    <dsp:sp modelId="{FDA052D9-0AC9-C64B-B9C8-5D43FB2C70FA}">
      <dsp:nvSpPr>
        <dsp:cNvPr id="0" name=""/>
        <dsp:cNvSpPr/>
      </dsp:nvSpPr>
      <dsp:spPr>
        <a:xfrm>
          <a:off x="0" y="1590060"/>
          <a:ext cx="9036496" cy="592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-846917"/>
              <a:satOff val="-14316"/>
              <a:lumOff val="1137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1332" tIns="166624" rIns="701332" bIns="85344" numCol="1" spcCol="1270" anchor="t" anchorCtr="0">
          <a:noAutofit/>
        </a:bodyPr>
        <a:lstStyle/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Incorporated Intel MMX technology, which is designed specifically to process video, audio, and graphics data efficiently</a:t>
          </a:r>
          <a:endParaRPr lang="en-US" sz="1200" kern="1200" dirty="0"/>
        </a:p>
      </dsp:txBody>
      <dsp:txXfrm>
        <a:off x="0" y="1590060"/>
        <a:ext cx="9036496" cy="592200"/>
      </dsp:txXfrm>
    </dsp:sp>
    <dsp:sp modelId="{BA480AEB-DDB8-9F42-94A4-E7766303C930}">
      <dsp:nvSpPr>
        <dsp:cNvPr id="0" name=""/>
        <dsp:cNvSpPr/>
      </dsp:nvSpPr>
      <dsp:spPr>
        <a:xfrm>
          <a:off x="451824" y="1471980"/>
          <a:ext cx="6325547" cy="236160"/>
        </a:xfrm>
        <a:prstGeom prst="roundRect">
          <a:avLst/>
        </a:prstGeom>
        <a:solidFill>
          <a:schemeClr val="accent2">
            <a:hueOff val="-846917"/>
            <a:satOff val="-14316"/>
            <a:lumOff val="1137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91" tIns="0" rIns="239091" bIns="0" numCol="1" spcCol="1270" anchor="ctr" anchorCtr="0">
          <a:noAutofit/>
        </a:bodyPr>
        <a:lstStyle/>
        <a:p>
          <a:pPr lvl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Pentium II</a:t>
          </a:r>
          <a:endParaRPr lang="en-US" sz="1600" kern="1200" dirty="0"/>
        </a:p>
      </dsp:txBody>
      <dsp:txXfrm>
        <a:off x="463352" y="1483508"/>
        <a:ext cx="6302491" cy="213104"/>
      </dsp:txXfrm>
    </dsp:sp>
    <dsp:sp modelId="{49E369E3-E773-8142-BD42-3DF55CAC25A8}">
      <dsp:nvSpPr>
        <dsp:cNvPr id="0" name=""/>
        <dsp:cNvSpPr/>
      </dsp:nvSpPr>
      <dsp:spPr>
        <a:xfrm>
          <a:off x="0" y="2343540"/>
          <a:ext cx="9036496" cy="57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-1270376"/>
              <a:satOff val="-21474"/>
              <a:lumOff val="1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1332" tIns="166624" rIns="701332" bIns="78232" numCol="1" spcCol="1270" anchor="t" anchorCtr="0">
          <a:noAutofit/>
        </a:bodyPr>
        <a:lstStyle/>
        <a:p>
          <a:pPr marL="57150" lvl="1" indent="-57150" algn="l" defTabSz="4889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Incorporated additional floating-point instructions</a:t>
          </a:r>
          <a:endParaRPr lang="en-US" sz="1100" kern="1200" dirty="0"/>
        </a:p>
        <a:p>
          <a:pPr marL="57150" lvl="1" indent="-57150" algn="l" defTabSz="4889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Streaming SIMD Extensions (SSE)</a:t>
          </a:r>
          <a:endParaRPr lang="en-US" sz="1100" kern="1200" dirty="0"/>
        </a:p>
      </dsp:txBody>
      <dsp:txXfrm>
        <a:off x="0" y="2343540"/>
        <a:ext cx="9036496" cy="579600"/>
      </dsp:txXfrm>
    </dsp:sp>
    <dsp:sp modelId="{4CE4F232-D387-414D-8CFB-85DC782FED43}">
      <dsp:nvSpPr>
        <dsp:cNvPr id="0" name=""/>
        <dsp:cNvSpPr/>
      </dsp:nvSpPr>
      <dsp:spPr>
        <a:xfrm>
          <a:off x="451824" y="2225460"/>
          <a:ext cx="6325547" cy="236160"/>
        </a:xfrm>
        <a:prstGeom prst="roundRect">
          <a:avLst/>
        </a:prstGeom>
        <a:solidFill>
          <a:schemeClr val="accent2">
            <a:hueOff val="-1270376"/>
            <a:satOff val="-21474"/>
            <a:lumOff val="170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91" tIns="0" rIns="239091" bIns="0" numCol="1" spcCol="1270" anchor="ctr" anchorCtr="0">
          <a:noAutofit/>
        </a:bodyPr>
        <a:lstStyle/>
        <a:p>
          <a:pPr lvl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Pentium III</a:t>
          </a:r>
          <a:endParaRPr lang="en-US" sz="1600" kern="1200" dirty="0"/>
        </a:p>
      </dsp:txBody>
      <dsp:txXfrm>
        <a:off x="463352" y="2236988"/>
        <a:ext cx="6302491" cy="213104"/>
      </dsp:txXfrm>
    </dsp:sp>
    <dsp:sp modelId="{48FDE051-F40E-8640-A8FC-01096C084078}">
      <dsp:nvSpPr>
        <dsp:cNvPr id="0" name=""/>
        <dsp:cNvSpPr/>
      </dsp:nvSpPr>
      <dsp:spPr>
        <a:xfrm>
          <a:off x="0" y="3084420"/>
          <a:ext cx="9036496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-1693834"/>
              <a:satOff val="-28631"/>
              <a:lumOff val="2274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1332" tIns="166624" rIns="701332" bIns="85344" numCol="1" spcCol="1270" anchor="t" anchorCtr="0">
          <a:noAutofit/>
        </a:bodyPr>
        <a:lstStyle/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Includes additional floating-point and other enhancements for multimedia</a:t>
          </a:r>
          <a:endParaRPr lang="en-US" sz="1200" kern="1200" dirty="0"/>
        </a:p>
      </dsp:txBody>
      <dsp:txXfrm>
        <a:off x="0" y="3084420"/>
        <a:ext cx="9036496" cy="428400"/>
      </dsp:txXfrm>
    </dsp:sp>
    <dsp:sp modelId="{817D5F10-0EA2-6F40-BE78-64E65F4C27C2}">
      <dsp:nvSpPr>
        <dsp:cNvPr id="0" name=""/>
        <dsp:cNvSpPr/>
      </dsp:nvSpPr>
      <dsp:spPr>
        <a:xfrm>
          <a:off x="451824" y="2966340"/>
          <a:ext cx="6325547" cy="236160"/>
        </a:xfrm>
        <a:prstGeom prst="roundRect">
          <a:avLst/>
        </a:prstGeom>
        <a:solidFill>
          <a:schemeClr val="accent2">
            <a:hueOff val="-1693834"/>
            <a:satOff val="-28631"/>
            <a:lumOff val="2274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91" tIns="0" rIns="239091" bIns="0" numCol="1" spcCol="1270" anchor="ctr" anchorCtr="0">
          <a:noAutofit/>
        </a:bodyPr>
        <a:lstStyle/>
        <a:p>
          <a:pPr lvl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Pentium 4</a:t>
          </a:r>
          <a:endParaRPr lang="en-US" sz="1600" kern="1200" dirty="0"/>
        </a:p>
      </dsp:txBody>
      <dsp:txXfrm>
        <a:off x="463352" y="2977868"/>
        <a:ext cx="6302491" cy="213104"/>
      </dsp:txXfrm>
    </dsp:sp>
    <dsp:sp modelId="{B8BC36A6-E728-5E43-8E36-6AF4256D47B0}">
      <dsp:nvSpPr>
        <dsp:cNvPr id="0" name=""/>
        <dsp:cNvSpPr/>
      </dsp:nvSpPr>
      <dsp:spPr>
        <a:xfrm>
          <a:off x="0" y="3674100"/>
          <a:ext cx="9036496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-2117293"/>
              <a:satOff val="-35789"/>
              <a:lumOff val="2843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1332" tIns="166624" rIns="701332" bIns="85344" numCol="1" spcCol="1270" anchor="t" anchorCtr="0">
          <a:noAutofit/>
        </a:bodyPr>
        <a:lstStyle/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First Intel x86 micro-core</a:t>
          </a:r>
          <a:endParaRPr lang="en-US" sz="1200" kern="1200" dirty="0"/>
        </a:p>
      </dsp:txBody>
      <dsp:txXfrm>
        <a:off x="0" y="3674100"/>
        <a:ext cx="9036496" cy="428400"/>
      </dsp:txXfrm>
    </dsp:sp>
    <dsp:sp modelId="{874C754E-516A-9945-A098-B503B8D43702}">
      <dsp:nvSpPr>
        <dsp:cNvPr id="0" name=""/>
        <dsp:cNvSpPr/>
      </dsp:nvSpPr>
      <dsp:spPr>
        <a:xfrm>
          <a:off x="37356" y="3528391"/>
          <a:ext cx="6325547" cy="236160"/>
        </a:xfrm>
        <a:prstGeom prst="roundRect">
          <a:avLst/>
        </a:prstGeom>
        <a:solidFill>
          <a:schemeClr val="accent2">
            <a:hueOff val="-2117293"/>
            <a:satOff val="-35789"/>
            <a:lumOff val="284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91" tIns="0" rIns="239091" bIns="0" numCol="1" spcCol="1270" anchor="ctr" anchorCtr="0">
          <a:noAutofit/>
        </a:bodyPr>
        <a:lstStyle/>
        <a:p>
          <a:pPr lvl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Core</a:t>
          </a:r>
          <a:endParaRPr lang="en-US" sz="1600" kern="1200" dirty="0"/>
        </a:p>
      </dsp:txBody>
      <dsp:txXfrm>
        <a:off x="48884" y="3539919"/>
        <a:ext cx="6302491" cy="213104"/>
      </dsp:txXfrm>
    </dsp:sp>
    <dsp:sp modelId="{6CAD52E7-AEAA-9A4C-9F8A-9E274D19AD28}">
      <dsp:nvSpPr>
        <dsp:cNvPr id="0" name=""/>
        <dsp:cNvSpPr/>
      </dsp:nvSpPr>
      <dsp:spPr>
        <a:xfrm>
          <a:off x="0" y="4271557"/>
          <a:ext cx="9036496" cy="100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-2540751"/>
              <a:satOff val="-42947"/>
              <a:lumOff val="3411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1332" tIns="166624" rIns="701332" bIns="85344" numCol="1" spcCol="1270" anchor="t" anchorCtr="0">
          <a:noAutofit/>
        </a:bodyPr>
        <a:lstStyle/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Extends the Core architecture to 64 bits</a:t>
          </a:r>
          <a:endParaRPr lang="en-US" sz="1200" kern="1200" dirty="0"/>
        </a:p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Core 2 Quad provides four cores on a single chip</a:t>
          </a:r>
          <a:endParaRPr lang="en-US" sz="1200" kern="1200" dirty="0"/>
        </a:p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More recent Core offerings have up to 10 cores per chip</a:t>
          </a:r>
          <a:endParaRPr lang="en-US" sz="1200" kern="1200" dirty="0"/>
        </a:p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An important addition to the architecture was the Advanced Vector Extensions instruction set</a:t>
          </a:r>
          <a:endParaRPr lang="en-US" sz="1200" kern="1200" dirty="0"/>
        </a:p>
      </dsp:txBody>
      <dsp:txXfrm>
        <a:off x="0" y="4271557"/>
        <a:ext cx="9036496" cy="1008000"/>
      </dsp:txXfrm>
    </dsp:sp>
    <dsp:sp modelId="{BC0D35F7-74B7-754E-83B9-9AB9D4918529}">
      <dsp:nvSpPr>
        <dsp:cNvPr id="0" name=""/>
        <dsp:cNvSpPr/>
      </dsp:nvSpPr>
      <dsp:spPr>
        <a:xfrm>
          <a:off x="451824" y="4145700"/>
          <a:ext cx="6325547" cy="236160"/>
        </a:xfrm>
        <a:prstGeom prst="roundRect">
          <a:avLst/>
        </a:prstGeom>
        <a:solidFill>
          <a:schemeClr val="accent2">
            <a:hueOff val="-2540751"/>
            <a:satOff val="-42947"/>
            <a:lumOff val="3411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91" tIns="0" rIns="239091" bIns="0" numCol="1" spcCol="1270" anchor="ctr" anchorCtr="0">
          <a:noAutofit/>
        </a:bodyPr>
        <a:lstStyle/>
        <a:p>
          <a:pPr lvl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Core 2</a:t>
          </a:r>
          <a:endParaRPr lang="en-US" sz="1600" kern="1200" dirty="0"/>
        </a:p>
      </dsp:txBody>
      <dsp:txXfrm>
        <a:off x="463352" y="4157228"/>
        <a:ext cx="6302491" cy="21310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5E71E9-02DD-8F4B-A764-3EE25B482476}">
      <dsp:nvSpPr>
        <dsp:cNvPr id="0" name=""/>
        <dsp:cNvSpPr/>
      </dsp:nvSpPr>
      <dsp:spPr>
        <a:xfrm>
          <a:off x="0" y="12985"/>
          <a:ext cx="4903440" cy="4903440"/>
        </a:xfrm>
        <a:prstGeom prst="pie">
          <a:avLst>
            <a:gd name="adj1" fmla="val 5400000"/>
            <a:gd name="adj2" fmla="val 1620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A2649DD-3136-744F-8618-39E3378CD44E}">
      <dsp:nvSpPr>
        <dsp:cNvPr id="0" name=""/>
        <dsp:cNvSpPr/>
      </dsp:nvSpPr>
      <dsp:spPr>
        <a:xfrm>
          <a:off x="2436903" y="25970"/>
          <a:ext cx="5720679" cy="49034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smtClean="0"/>
            <a:t>Refers to a processor architecture that has evolved from RISC design principles and is used in embedded systems</a:t>
          </a:r>
          <a:endParaRPr lang="en-US" sz="1600" kern="1200"/>
        </a:p>
      </dsp:txBody>
      <dsp:txXfrm>
        <a:off x="2436903" y="25970"/>
        <a:ext cx="5720679" cy="784550"/>
      </dsp:txXfrm>
    </dsp:sp>
    <dsp:sp modelId="{30FF8077-7F83-324F-B1D6-2D388D1A859E}">
      <dsp:nvSpPr>
        <dsp:cNvPr id="0" name=""/>
        <dsp:cNvSpPr/>
      </dsp:nvSpPr>
      <dsp:spPr>
        <a:xfrm>
          <a:off x="514861" y="797535"/>
          <a:ext cx="3873717" cy="3873717"/>
        </a:xfrm>
        <a:prstGeom prst="pie">
          <a:avLst>
            <a:gd name="adj1" fmla="val 5400000"/>
            <a:gd name="adj2" fmla="val 1620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2EA27E7-5658-A04C-872B-736FE36E95B9}">
      <dsp:nvSpPr>
        <dsp:cNvPr id="0" name=""/>
        <dsp:cNvSpPr/>
      </dsp:nvSpPr>
      <dsp:spPr>
        <a:xfrm>
          <a:off x="2451720" y="797535"/>
          <a:ext cx="5720679" cy="387371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Family of RISC-based microprocessors and microcontrollers designed by ARM Holdings, Cambridge, England</a:t>
          </a:r>
          <a:endParaRPr lang="en-US" sz="1600" kern="1200" dirty="0"/>
        </a:p>
      </dsp:txBody>
      <dsp:txXfrm>
        <a:off x="2451720" y="797535"/>
        <a:ext cx="5720679" cy="784550"/>
      </dsp:txXfrm>
    </dsp:sp>
    <dsp:sp modelId="{890FD210-37B1-924A-ACE3-EC4AF3723DA8}">
      <dsp:nvSpPr>
        <dsp:cNvPr id="0" name=""/>
        <dsp:cNvSpPr/>
      </dsp:nvSpPr>
      <dsp:spPr>
        <a:xfrm>
          <a:off x="1029722" y="1582086"/>
          <a:ext cx="2843995" cy="2843995"/>
        </a:xfrm>
        <a:prstGeom prst="pie">
          <a:avLst>
            <a:gd name="adj1" fmla="val 5400000"/>
            <a:gd name="adj2" fmla="val 1620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E427BFD-68F7-9144-84C4-B6F555C3E9C2}">
      <dsp:nvSpPr>
        <dsp:cNvPr id="0" name=""/>
        <dsp:cNvSpPr/>
      </dsp:nvSpPr>
      <dsp:spPr>
        <a:xfrm>
          <a:off x="2451720" y="1582086"/>
          <a:ext cx="5720679" cy="284399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smtClean="0"/>
            <a:t>Chips are high-speed processors that are known for their small die size and low power requirements</a:t>
          </a:r>
          <a:endParaRPr lang="en-US" sz="1600" kern="1200"/>
        </a:p>
      </dsp:txBody>
      <dsp:txXfrm>
        <a:off x="2451720" y="1582086"/>
        <a:ext cx="5720679" cy="784550"/>
      </dsp:txXfrm>
    </dsp:sp>
    <dsp:sp modelId="{CB5F8675-4706-0A49-8834-410E77301F2D}">
      <dsp:nvSpPr>
        <dsp:cNvPr id="0" name=""/>
        <dsp:cNvSpPr/>
      </dsp:nvSpPr>
      <dsp:spPr>
        <a:xfrm>
          <a:off x="1544583" y="2366636"/>
          <a:ext cx="1814272" cy="1814272"/>
        </a:xfrm>
        <a:prstGeom prst="pie">
          <a:avLst>
            <a:gd name="adj1" fmla="val 5400000"/>
            <a:gd name="adj2" fmla="val 1620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78E313F-4732-FB48-ADB3-EB7BAA2F0AD8}">
      <dsp:nvSpPr>
        <dsp:cNvPr id="0" name=""/>
        <dsp:cNvSpPr/>
      </dsp:nvSpPr>
      <dsp:spPr>
        <a:xfrm>
          <a:off x="2451720" y="2366636"/>
          <a:ext cx="5720679" cy="181427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smtClean="0"/>
            <a:t>Probably the most widely used embedded processor architecture and indeed the most widely used processor architecture of any kind in the world</a:t>
          </a:r>
          <a:endParaRPr lang="en-US" sz="1600" kern="1200"/>
        </a:p>
      </dsp:txBody>
      <dsp:txXfrm>
        <a:off x="2451720" y="2366636"/>
        <a:ext cx="5720679" cy="784550"/>
      </dsp:txXfrm>
    </dsp:sp>
    <dsp:sp modelId="{EC44F69B-9D2C-2143-B459-8D67124DB16C}">
      <dsp:nvSpPr>
        <dsp:cNvPr id="0" name=""/>
        <dsp:cNvSpPr/>
      </dsp:nvSpPr>
      <dsp:spPr>
        <a:xfrm>
          <a:off x="2059444" y="3151187"/>
          <a:ext cx="784550" cy="784550"/>
        </a:xfrm>
        <a:prstGeom prst="pie">
          <a:avLst>
            <a:gd name="adj1" fmla="val 5400000"/>
            <a:gd name="adj2" fmla="val 1620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>
          <a:noFill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3DE286F-F91F-864B-883C-CE6534E57A45}">
      <dsp:nvSpPr>
        <dsp:cNvPr id="0" name=""/>
        <dsp:cNvSpPr/>
      </dsp:nvSpPr>
      <dsp:spPr>
        <a:xfrm>
          <a:off x="2451720" y="3151187"/>
          <a:ext cx="5720679" cy="784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smtClean="0"/>
            <a:t>Acorn RISC Machine/Advanced RISC Machine</a:t>
          </a:r>
          <a:endParaRPr lang="en-US" sz="1600" kern="1200"/>
        </a:p>
      </dsp:txBody>
      <dsp:txXfrm>
        <a:off x="2451720" y="3151187"/>
        <a:ext cx="5720679" cy="78455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48A44B-ACFF-2245-AEEB-A5DDDCC8C496}">
      <dsp:nvSpPr>
        <dsp:cNvPr id="0" name=""/>
        <dsp:cNvSpPr/>
      </dsp:nvSpPr>
      <dsp:spPr>
        <a:xfrm rot="5400000">
          <a:off x="470642" y="1199350"/>
          <a:ext cx="1413037" cy="2351262"/>
        </a:xfrm>
        <a:prstGeom prst="corner">
          <a:avLst>
            <a:gd name="adj1" fmla="val 16120"/>
            <a:gd name="adj2" fmla="val 1611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A519228-43C1-C040-B33A-097341431CE2}">
      <dsp:nvSpPr>
        <dsp:cNvPr id="0" name=""/>
        <dsp:cNvSpPr/>
      </dsp:nvSpPr>
      <dsp:spPr>
        <a:xfrm>
          <a:off x="234771" y="1901871"/>
          <a:ext cx="2122732" cy="18606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smtClean="0"/>
            <a:t>Cortex-A/Cortex-A50</a:t>
          </a:r>
          <a:endParaRPr lang="en-US" sz="2400" kern="1200"/>
        </a:p>
      </dsp:txBody>
      <dsp:txXfrm>
        <a:off x="234771" y="1901871"/>
        <a:ext cx="2122732" cy="1860699"/>
      </dsp:txXfrm>
    </dsp:sp>
    <dsp:sp modelId="{47794180-F9F3-EE4B-A723-D9EC2A211089}">
      <dsp:nvSpPr>
        <dsp:cNvPr id="0" name=""/>
        <dsp:cNvSpPr/>
      </dsp:nvSpPr>
      <dsp:spPr>
        <a:xfrm>
          <a:off x="1956988" y="1026248"/>
          <a:ext cx="400515" cy="400515"/>
        </a:xfrm>
        <a:prstGeom prst="triangle">
          <a:avLst>
            <a:gd name="adj" fmla="val 10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CA04008-96F3-564A-B46E-6B87073615C5}">
      <dsp:nvSpPr>
        <dsp:cNvPr id="0" name=""/>
        <dsp:cNvSpPr/>
      </dsp:nvSpPr>
      <dsp:spPr>
        <a:xfrm rot="5400000">
          <a:off x="3069281" y="556314"/>
          <a:ext cx="1413037" cy="2351262"/>
        </a:xfrm>
        <a:prstGeom prst="corner">
          <a:avLst>
            <a:gd name="adj1" fmla="val 16120"/>
            <a:gd name="adj2" fmla="val 1611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614FA6C-291A-254E-9375-7FDF93864951}">
      <dsp:nvSpPr>
        <dsp:cNvPr id="0" name=""/>
        <dsp:cNvSpPr/>
      </dsp:nvSpPr>
      <dsp:spPr>
        <a:xfrm>
          <a:off x="2833410" y="1258835"/>
          <a:ext cx="2122732" cy="18606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smtClean="0"/>
            <a:t>Cortex-R</a:t>
          </a:r>
          <a:endParaRPr lang="en-US" sz="2400" kern="1200"/>
        </a:p>
      </dsp:txBody>
      <dsp:txXfrm>
        <a:off x="2833410" y="1258835"/>
        <a:ext cx="2122732" cy="1860699"/>
      </dsp:txXfrm>
    </dsp:sp>
    <dsp:sp modelId="{3331A2A3-1F64-8B4F-8B60-EA1062A7E831}">
      <dsp:nvSpPr>
        <dsp:cNvPr id="0" name=""/>
        <dsp:cNvSpPr/>
      </dsp:nvSpPr>
      <dsp:spPr>
        <a:xfrm>
          <a:off x="4555628" y="383212"/>
          <a:ext cx="400515" cy="400515"/>
        </a:xfrm>
        <a:prstGeom prst="triangle">
          <a:avLst>
            <a:gd name="adj" fmla="val 10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70F56ED-CC42-AC46-8D66-3EE13232BDAF}">
      <dsp:nvSpPr>
        <dsp:cNvPr id="0" name=""/>
        <dsp:cNvSpPr/>
      </dsp:nvSpPr>
      <dsp:spPr>
        <a:xfrm rot="5400000">
          <a:off x="5667921" y="-86721"/>
          <a:ext cx="1413037" cy="2351262"/>
        </a:xfrm>
        <a:prstGeom prst="corner">
          <a:avLst>
            <a:gd name="adj1" fmla="val 16120"/>
            <a:gd name="adj2" fmla="val 1611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40000"/>
                <a:alpha val="100000"/>
                <a:satMod val="150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FFFFFF">
              <a:alpha val="75000"/>
            </a:srgbClr>
          </a:innerShdw>
          <a:outerShdw blurRad="63500" dist="25400" dir="5400000" rotWithShape="0">
            <a:srgbClr val="808080">
              <a:alpha val="7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3C2039-EA74-B740-BBFD-F3C0B5FCAA3D}">
      <dsp:nvSpPr>
        <dsp:cNvPr id="0" name=""/>
        <dsp:cNvSpPr/>
      </dsp:nvSpPr>
      <dsp:spPr>
        <a:xfrm>
          <a:off x="5432050" y="615799"/>
          <a:ext cx="2122732" cy="18606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smtClean="0"/>
            <a:t>Cortex-M</a:t>
          </a:r>
          <a:endParaRPr lang="en-US" sz="2400" kern="1200"/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900" kern="1200" smtClean="0"/>
            <a:t>Cortex-M0</a:t>
          </a:r>
          <a:endParaRPr lang="en-US" sz="1900" kern="1200"/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900" kern="1200" smtClean="0"/>
            <a:t>Cortex-M0+</a:t>
          </a:r>
          <a:endParaRPr lang="en-US" sz="1900" kern="1200"/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900" kern="1200" smtClean="0"/>
            <a:t>Cortex-M3</a:t>
          </a:r>
          <a:endParaRPr lang="en-US" sz="1900" kern="1200"/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900" kern="1200" smtClean="0"/>
            <a:t>Cortex-M4</a:t>
          </a:r>
          <a:endParaRPr lang="en-US" sz="1900" kern="1200"/>
        </a:p>
      </dsp:txBody>
      <dsp:txXfrm>
        <a:off x="5432050" y="615799"/>
        <a:ext cx="2122732" cy="18606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4#1">
  <dgm:title val=""/>
  <dgm:desc val=""/>
  <dgm:catLst>
    <dgm:cat type="relationship" pri="26000"/>
    <dgm:cat type="cycle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cycleMatrixDiagram">
    <dgm:varLst>
      <dgm:chMax val="1"/>
      <dgm:dir/>
      <dgm:animLvl val="lvl"/>
      <dgm:resizeHandles val="exact"/>
    </dgm:varLst>
    <dgm:alg type="composite">
      <dgm:param type="ar" val="1.3"/>
    </dgm:alg>
    <dgm:shape xmlns:r="http://schemas.openxmlformats.org/officeDocument/2006/relationships" r:blip="">
      <dgm:adjLst/>
    </dgm:shape>
    <dgm:presOf/>
    <dgm:constrLst>
      <dgm:constr type="w" for="ch" forName="children" refType="w"/>
      <dgm:constr type="h" for="ch" forName="children" refType="w" refFor="ch" refForName="children" fact="0.77"/>
      <dgm:constr type="ctrX" for="ch" forName="children" refType="w" fact="0.5"/>
      <dgm:constr type="ctrY" for="ch" forName="children" refType="h" fact="0.5"/>
      <dgm:constr type="w" for="ch" forName="circle" refType="w"/>
      <dgm:constr type="h" for="ch" forName="circle" refType="h"/>
      <dgm:constr type="ctrX" for="ch" forName="circle" refType="w" fact="0.5"/>
      <dgm:constr type="ctrY" for="ch" forName="circle" refType="h" fact="0.5"/>
      <dgm:constr type="w" for="ch" forName="center1" refType="w" fact="0.115"/>
      <dgm:constr type="h" for="ch" forName="center1" refType="w" fact="0.1"/>
      <dgm:constr type="ctrX" for="ch" forName="center1" refType="w" fact="0.5"/>
      <dgm:constr type="ctrY" for="ch" forName="center1" refType="h" fact="0.475"/>
      <dgm:constr type="w" for="ch" forName="center2" refType="w" fact="0.115"/>
      <dgm:constr type="h" for="ch" forName="center2" refType="w" fact="0.1"/>
      <dgm:constr type="ctrX" for="ch" forName="center2" refType="w" fact="0.5"/>
      <dgm:constr type="ctrY" for="ch" forName="center2" refType="h" fact="0.525"/>
    </dgm:constrLst>
    <dgm:ruleLst/>
    <dgm:choose name="Name0">
      <dgm:if name="Name1" axis="ch" ptType="node" func="cnt" op="gte" val="1">
        <dgm:layoutNode name="children">
          <dgm:alg type="composite">
            <dgm:param type="ar" val="1.3"/>
          </dgm:alg>
          <dgm:shape xmlns:r="http://schemas.openxmlformats.org/officeDocument/2006/relationships" r:blip="">
            <dgm:adjLst/>
          </dgm:shape>
          <dgm:presOf/>
          <dgm:choose name="Name2">
            <dgm:if name="Name3" func="var" arg="dir" op="equ" val="norm">
              <dgm:constrLst>
                <dgm:constr type="primFontSz" for="des" ptType="node" op="equ" val="65"/>
                <dgm:constr type="w" for="ch" forName="child1group" refType="w" fact="0.38"/>
                <dgm:constr type="h" for="ch" forName="child1group" refType="h" fact="0.32"/>
                <dgm:constr type="t" for="ch" forName="child1group"/>
                <dgm:constr type="l" for="ch" forName="child1group"/>
                <dgm:constr type="w" for="ch" forName="child2group" refType="w" fact="0.38"/>
                <dgm:constr type="h" for="ch" forName="child2group" refType="h" fact="0.32"/>
                <dgm:constr type="t" for="ch" forName="child2group"/>
                <dgm:constr type="r" for="ch" forName="child2group" refType="w"/>
                <dgm:constr type="w" for="ch" forName="child3group" refType="w" fact="0.38"/>
                <dgm:constr type="h" for="ch" forName="child3group" refType="h" fact="0.32"/>
                <dgm:constr type="b" for="ch" forName="child3group" refType="h"/>
                <dgm:constr type="r" for="ch" forName="child3group" refType="w"/>
                <dgm:constr type="w" for="ch" forName="child4group" refType="w" fact="0.38"/>
                <dgm:constr type="h" for="ch" forName="child4group" refType="h" fact="0.32"/>
                <dgm:constr type="b" for="ch" forName="child4group" refType="h"/>
                <dgm:constr type="l" for="ch" forName="child4group"/>
              </dgm:constrLst>
            </dgm:if>
            <dgm:else name="Name4">
              <dgm:constrLst>
                <dgm:constr type="primFontSz" for="des" ptType="node" op="equ" val="65"/>
                <dgm:constr type="w" for="ch" forName="child1group" refType="w" fact="0.38"/>
                <dgm:constr type="h" for="ch" forName="child1group" refType="h" fact="0.32"/>
                <dgm:constr type="t" for="ch" forName="child1group"/>
                <dgm:constr type="r" for="ch" forName="child1group" refType="w"/>
                <dgm:constr type="w" for="ch" forName="child2group" refType="w" fact="0.38"/>
                <dgm:constr type="h" for="ch" forName="child2group" refType="h" fact="0.32"/>
                <dgm:constr type="t" for="ch" forName="child2group"/>
                <dgm:constr type="l" for="ch" forName="child2group"/>
                <dgm:constr type="w" for="ch" forName="child3group" refType="w" fact="0.38"/>
                <dgm:constr type="h" for="ch" forName="child3group" refType="h" fact="0.32"/>
                <dgm:constr type="b" for="ch" forName="child3group" refType="h"/>
                <dgm:constr type="l" for="ch" forName="child3group"/>
                <dgm:constr type="w" for="ch" forName="child4group" refType="w" fact="0.38"/>
                <dgm:constr type="h" for="ch" forName="child4group" refType="h" fact="0.32"/>
                <dgm:constr type="b" for="ch" forName="child4group" refType="h"/>
                <dgm:constr type="r" for="ch" forName="child4group" refType="w"/>
              </dgm:constrLst>
            </dgm:else>
          </dgm:choose>
          <dgm:ruleLst/>
          <dgm:choose name="Name5">
            <dgm:if name="Name6" axis="ch ch" ptType="node node" st="1 1" cnt="1 0" func="cnt" op="gte" val="1">
              <dgm:layoutNode name="child1group">
                <dgm:alg type="composite">
                  <dgm:param type="horzAlign" val="none"/>
                  <dgm:param type="vertAlign" val="none"/>
                </dgm:alg>
                <dgm:shape xmlns:r="http://schemas.openxmlformats.org/officeDocument/2006/relationships" r:blip="">
                  <dgm:adjLst/>
                </dgm:shape>
                <dgm:presOf/>
                <dgm:choose name="Name7">
                  <dgm:if name="Name8" func="var" arg="dir" op="equ" val="norm">
                    <dgm:constrLst>
                      <dgm:constr type="w" for="ch" forName="child1" refType="w"/>
                      <dgm:constr type="h" for="ch" forName="child1" refType="h"/>
                      <dgm:constr type="t" for="ch" forName="child1"/>
                      <dgm:constr type="l" for="ch" forName="child1"/>
                      <dgm:constr type="w" for="ch" forName="child1Text" refType="w" fact="0.7"/>
                      <dgm:constr type="h" for="ch" forName="child1Text" refType="h" fact="0.75"/>
                      <dgm:constr type="t" for="ch" forName="child1Text"/>
                      <dgm:constr type="l" for="ch" forName="child1Text"/>
                    </dgm:constrLst>
                  </dgm:if>
                  <dgm:else name="Name9">
                    <dgm:constrLst>
                      <dgm:constr type="w" for="ch" forName="child1" refType="w"/>
                      <dgm:constr type="h" for="ch" forName="child1" refType="h"/>
                      <dgm:constr type="t" for="ch" forName="child1"/>
                      <dgm:constr type="r" for="ch" forName="child1" refType="w"/>
                      <dgm:constr type="w" for="ch" forName="child1Text" refType="w" fact="0.7"/>
                      <dgm:constr type="h" for="ch" forName="child1Text" refType="h" fact="0.75"/>
                      <dgm:constr type="t" for="ch" forName="child1Text"/>
                      <dgm:constr type="r" for="ch" forName="child1Text" refType="w"/>
                    </dgm:constrLst>
                  </dgm:else>
                </dgm:choose>
                <dgm:ruleLst/>
                <dgm:layoutNode name="child1" styleLbl="bgAcc1">
                  <dgm:alg type="sp"/>
                  <dgm:shape xmlns:r="http://schemas.openxmlformats.org/officeDocument/2006/relationships" type="roundRect" r:blip="" zOrderOff="-2">
                    <dgm:adjLst>
                      <dgm:adj idx="1" val="0.1"/>
                    </dgm:adjLst>
                  </dgm:shape>
                  <dgm:presOf axis="ch des" ptType="node node" st="1 1" cnt="1 0"/>
                  <dgm:constrLst/>
                  <dgm:ruleLst/>
                </dgm:layoutNode>
                <dgm:layoutNode name="child1Text" styleLbl="bgAcc1">
                  <dgm:varLst>
                    <dgm:bulletEnabled val="1"/>
                  </dgm:varLst>
                  <dgm:alg type="tx">
                    <dgm:param type="stBulletLvl" val="1"/>
                  </dgm:alg>
                  <dgm:shape xmlns:r="http://schemas.openxmlformats.org/officeDocument/2006/relationships" type="roundRect" r:blip="" zOrderOff="-2" hideGeom="1">
                    <dgm:adjLst>
                      <dgm:adj idx="1" val="0.1"/>
                    </dgm:adjLst>
                  </dgm:shape>
                  <dgm:presOf axis="ch des" ptType="node node" st="1 1" cnt="1 0"/>
                  <dgm:constrLst>
                    <dgm:constr type="tMarg" refType="primFontSz" fact="0.3"/>
                    <dgm:constr type="bMarg" refType="primFontSz" fact="0.3"/>
                    <dgm:constr type="lMarg" refType="primFontSz" fact="0.3"/>
                    <dgm:constr type="rMarg" refType="primFontSz" fact="0.3"/>
                  </dgm:constrLst>
                  <dgm:ruleLst>
                    <dgm:rule type="primFontSz" val="5" fact="NaN" max="NaN"/>
                  </dgm:ruleLst>
                </dgm:layoutNode>
              </dgm:layoutNode>
            </dgm:if>
            <dgm:else name="Name10"/>
          </dgm:choose>
          <dgm:choose name="Name11">
            <dgm:if name="Name12" axis="ch ch" ptType="node node" st="2 1" cnt="1 0" func="cnt" op="gte" val="1">
              <dgm:layoutNode name="child2group">
                <dgm:alg type="composite">
                  <dgm:param type="horzAlign" val="none"/>
                  <dgm:param type="vertAlign" val="none"/>
                </dgm:alg>
                <dgm:shape xmlns:r="http://schemas.openxmlformats.org/officeDocument/2006/relationships" r:blip="">
                  <dgm:adjLst/>
                </dgm:shape>
                <dgm:choose name="Name13">
                  <dgm:if name="Name14" func="var" arg="dir" op="equ" val="norm">
                    <dgm:constrLst>
                      <dgm:constr type="w" for="ch" forName="child2" refType="w"/>
                      <dgm:constr type="h" for="ch" forName="child2" refType="h"/>
                      <dgm:constr type="t" for="ch" forName="child2"/>
                      <dgm:constr type="r" for="ch" forName="child2" refType="w"/>
                      <dgm:constr type="w" for="ch" forName="child2Text" refType="w" fact="0.7"/>
                      <dgm:constr type="h" for="ch" forName="child2Text" refType="h" fact="0.75"/>
                      <dgm:constr type="t" for="ch" forName="child2Text"/>
                      <dgm:constr type="r" for="ch" forName="child2Text" refType="w"/>
                    </dgm:constrLst>
                  </dgm:if>
                  <dgm:else name="Name15">
                    <dgm:constrLst>
                      <dgm:constr type="w" for="ch" forName="child2" refType="w"/>
                      <dgm:constr type="h" for="ch" forName="child2" refType="h"/>
                      <dgm:constr type="t" for="ch" forName="child2"/>
                      <dgm:constr type="l" for="ch" forName="child2"/>
                      <dgm:constr type="w" for="ch" forName="child2Text" refType="w" fact="0.7"/>
                      <dgm:constr type="h" for="ch" forName="child2Text" refType="h" fact="0.75"/>
                      <dgm:constr type="t" for="ch" forName="child2Text"/>
                      <dgm:constr type="l" for="ch" forName="child2Text"/>
                    </dgm:constrLst>
                  </dgm:else>
                </dgm:choose>
                <dgm:ruleLst/>
                <dgm:layoutNode name="child2" styleLbl="bgAcc1">
                  <dgm:alg type="sp"/>
                  <dgm:shape xmlns:r="http://schemas.openxmlformats.org/officeDocument/2006/relationships" type="roundRect" r:blip="" zOrderOff="-2">
                    <dgm:adjLst>
                      <dgm:adj idx="1" val="0.1"/>
                    </dgm:adjLst>
                  </dgm:shape>
                  <dgm:presOf axis="ch des" ptType="node node" st="2 1" cnt="1 0"/>
                  <dgm:constrLst/>
                  <dgm:ruleLst/>
                </dgm:layoutNode>
                <dgm:layoutNode name="child2Text" styleLbl="bgAcc1">
                  <dgm:varLst>
                    <dgm:bulletEnabled val="1"/>
                  </dgm:varLst>
                  <dgm:alg type="tx">
                    <dgm:param type="stBulletLvl" val="1"/>
                  </dgm:alg>
                  <dgm:shape xmlns:r="http://schemas.openxmlformats.org/officeDocument/2006/relationships" type="roundRect" r:blip="" zOrderOff="-2" hideGeom="1">
                    <dgm:adjLst>
                      <dgm:adj idx="1" val="0.1"/>
                    </dgm:adjLst>
                  </dgm:shape>
                  <dgm:presOf axis="ch des" ptType="node node" st="2 1" cnt="1 0"/>
                  <dgm:constrLst>
                    <dgm:constr type="tMarg" refType="primFontSz" fact="0.3"/>
                    <dgm:constr type="bMarg" refType="primFontSz" fact="0.3"/>
                    <dgm:constr type="lMarg" refType="primFontSz" fact="0.3"/>
                    <dgm:constr type="rMarg" refType="primFontSz" fact="0.3"/>
                  </dgm:constrLst>
                  <dgm:ruleLst>
                    <dgm:rule type="primFontSz" val="5" fact="NaN" max="NaN"/>
                  </dgm:ruleLst>
                </dgm:layoutNode>
              </dgm:layoutNode>
            </dgm:if>
            <dgm:else name="Name16"/>
          </dgm:choose>
          <dgm:choose name="Name17">
            <dgm:if name="Name18" axis="ch ch" ptType="node node" st="3 1" cnt="1 0" func="cnt" op="gte" val="1">
              <dgm:layoutNode name="child3group">
                <dgm:alg type="composite">
                  <dgm:param type="horzAlign" val="none"/>
                  <dgm:param type="vertAlign" val="none"/>
                </dgm:alg>
                <dgm:shape xmlns:r="http://schemas.openxmlformats.org/officeDocument/2006/relationships" r:blip="">
                  <dgm:adjLst/>
                </dgm:shape>
                <dgm:presOf/>
                <dgm:choose name="Name19">
                  <dgm:if name="Name20" func="var" arg="dir" op="equ" val="norm">
                    <dgm:constrLst>
                      <dgm:constr type="w" for="ch" forName="child3" refType="w"/>
                      <dgm:constr type="h" for="ch" forName="child3" refType="h"/>
                      <dgm:constr type="b" for="ch" forName="child3" refType="h"/>
                      <dgm:constr type="r" for="ch" forName="child3" refType="w"/>
                      <dgm:constr type="w" for="ch" forName="child3Text" refType="w" fact="0.7"/>
                      <dgm:constr type="h" for="ch" forName="child3Text" refType="h" fact="0.75"/>
                      <dgm:constr type="b" for="ch" forName="child3Text" refType="h"/>
                      <dgm:constr type="r" for="ch" forName="child3Text" refType="w"/>
                    </dgm:constrLst>
                  </dgm:if>
                  <dgm:else name="Name21">
                    <dgm:constrLst>
                      <dgm:constr type="w" for="ch" forName="child3" refType="w"/>
                      <dgm:constr type="h" for="ch" forName="child3" refType="h"/>
                      <dgm:constr type="b" for="ch" forName="child3" refType="h"/>
                      <dgm:constr type="l" for="ch" forName="child3"/>
                      <dgm:constr type="w" for="ch" forName="child3Text" refType="w" fact="0.7"/>
                      <dgm:constr type="h" for="ch" forName="child3Text" refType="h" fact="0.75"/>
                      <dgm:constr type="b" for="ch" forName="child3Text" refType="h"/>
                      <dgm:constr type="l" for="ch" forName="child3Text"/>
                    </dgm:constrLst>
                  </dgm:else>
                </dgm:choose>
                <dgm:ruleLst/>
                <dgm:layoutNode name="child3" styleLbl="bgAcc1">
                  <dgm:alg type="sp"/>
                  <dgm:shape xmlns:r="http://schemas.openxmlformats.org/officeDocument/2006/relationships" type="roundRect" r:blip="" zOrderOff="-4">
                    <dgm:adjLst>
                      <dgm:adj idx="1" val="0.1"/>
                    </dgm:adjLst>
                  </dgm:shape>
                  <dgm:presOf axis="ch des" ptType="node node" st="3 1" cnt="1 0"/>
                  <dgm:constrLst/>
                  <dgm:ruleLst/>
                </dgm:layoutNode>
                <dgm:layoutNode name="child3Text" styleLbl="bgAcc1">
                  <dgm:varLst>
                    <dgm:bulletEnabled val="1"/>
                  </dgm:varLst>
                  <dgm:alg type="tx">
                    <dgm:param type="stBulletLvl" val="1"/>
                  </dgm:alg>
                  <dgm:shape xmlns:r="http://schemas.openxmlformats.org/officeDocument/2006/relationships" type="roundRect" r:blip="" zOrderOff="-4" hideGeom="1">
                    <dgm:adjLst>
                      <dgm:adj idx="1" val="0.1"/>
                    </dgm:adjLst>
                  </dgm:shape>
                  <dgm:presOf axis="ch des" ptType="node node" st="3 1" cnt="1 0"/>
                  <dgm:constrLst>
                    <dgm:constr type="tMarg" refType="primFontSz" fact="0.3"/>
                    <dgm:constr type="bMarg" refType="primFontSz" fact="0.3"/>
                    <dgm:constr type="lMarg" refType="primFontSz" fact="0.3"/>
                    <dgm:constr type="rMarg" refType="primFontSz" fact="0.3"/>
                  </dgm:constrLst>
                  <dgm:ruleLst>
                    <dgm:rule type="primFontSz" val="5" fact="NaN" max="NaN"/>
                  </dgm:ruleLst>
                </dgm:layoutNode>
              </dgm:layoutNode>
            </dgm:if>
            <dgm:else name="Name22"/>
          </dgm:choose>
          <dgm:choose name="Name23">
            <dgm:if name="Name24" axis="ch ch" ptType="node node" st="4 1" cnt="1 0" func="cnt" op="gte" val="1">
              <dgm:layoutNode name="child4group">
                <dgm:alg type="composite">
                  <dgm:param type="horzAlign" val="none"/>
                  <dgm:param type="vertAlign" val="none"/>
                </dgm:alg>
                <dgm:shape xmlns:r="http://schemas.openxmlformats.org/officeDocument/2006/relationships" r:blip="">
                  <dgm:adjLst/>
                </dgm:shape>
                <dgm:presOf/>
                <dgm:choose name="Name25">
                  <dgm:if name="Name26" func="var" arg="dir" op="equ" val="norm">
                    <dgm:constrLst>
                      <dgm:constr type="w" for="ch" forName="child4" refType="w"/>
                      <dgm:constr type="h" for="ch" forName="child4" refType="h"/>
                      <dgm:constr type="b" for="ch" forName="child4" refType="h"/>
                      <dgm:constr type="l" for="ch" forName="child4"/>
                      <dgm:constr type="w" for="ch" forName="child4Text" refType="w" fact="0.7"/>
                      <dgm:constr type="h" for="ch" forName="child4Text" refType="h" fact="0.75"/>
                      <dgm:constr type="b" for="ch" forName="child4Text" refType="h"/>
                      <dgm:constr type="l" for="ch" forName="child4Text"/>
                    </dgm:constrLst>
                  </dgm:if>
                  <dgm:else name="Name27">
                    <dgm:constrLst>
                      <dgm:constr type="w" for="ch" forName="child4" refType="w"/>
                      <dgm:constr type="h" for="ch" forName="child4" refType="h"/>
                      <dgm:constr type="b" for="ch" forName="child4" refType="h"/>
                      <dgm:constr type="r" for="ch" forName="child4" refType="w"/>
                      <dgm:constr type="w" for="ch" forName="child4Text" refType="w" fact="0.7"/>
                      <dgm:constr type="h" for="ch" forName="child4Text" refType="h" fact="0.75"/>
                      <dgm:constr type="b" for="ch" forName="child4Text" refType="h"/>
                      <dgm:constr type="r" for="ch" forName="child4Text" refType="w"/>
                    </dgm:constrLst>
                  </dgm:else>
                </dgm:choose>
                <dgm:ruleLst/>
                <dgm:layoutNode name="child4" styleLbl="bgAcc1">
                  <dgm:alg type="sp"/>
                  <dgm:shape xmlns:r="http://schemas.openxmlformats.org/officeDocument/2006/relationships" type="roundRect" r:blip="" zOrderOff="-4">
                    <dgm:adjLst>
                      <dgm:adj idx="1" val="0.1"/>
                    </dgm:adjLst>
                  </dgm:shape>
                  <dgm:presOf axis="ch des" ptType="node node" st="4 1" cnt="1 0"/>
                  <dgm:constrLst/>
                  <dgm:ruleLst/>
                </dgm:layoutNode>
                <dgm:layoutNode name="child4Text" styleLbl="bgAcc1">
                  <dgm:varLst>
                    <dgm:bulletEnabled val="1"/>
                  </dgm:varLst>
                  <dgm:alg type="tx">
                    <dgm:param type="stBulletLvl" val="1"/>
                  </dgm:alg>
                  <dgm:shape xmlns:r="http://schemas.openxmlformats.org/officeDocument/2006/relationships" type="roundRect" r:blip="" zOrderOff="-4" hideGeom="1">
                    <dgm:adjLst>
                      <dgm:adj idx="1" val="0.1"/>
                    </dgm:adjLst>
                  </dgm:shape>
                  <dgm:presOf axis="ch des" ptType="node node" st="4 1" cnt="1 0"/>
                  <dgm:constrLst>
                    <dgm:constr type="tMarg" refType="primFontSz" fact="0.3"/>
                    <dgm:constr type="bMarg" refType="primFontSz" fact="0.3"/>
                    <dgm:constr type="lMarg" refType="primFontSz" fact="0.3"/>
                    <dgm:constr type="rMarg" refType="primFontSz" fact="0.3"/>
                  </dgm:constrLst>
                  <dgm:ruleLst>
                    <dgm:rule type="primFontSz" val="5" fact="NaN" max="NaN"/>
                  </dgm:ruleLst>
                </dgm:layoutNode>
              </dgm:layoutNode>
            </dgm:if>
            <dgm:else name="Name28"/>
          </dgm:choose>
          <dgm:layoutNode name="childPlaceholder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circle">
          <dgm:alg type="composite">
            <dgm:param type="ar" val="1"/>
          </dgm:alg>
          <dgm:shape xmlns:r="http://schemas.openxmlformats.org/officeDocument/2006/relationships" r:blip="">
            <dgm:adjLst/>
          </dgm:shape>
          <dgm:presOf/>
          <dgm:choose name="Name29">
            <dgm:if name="Name30" func="var" arg="dir" op="equ" val="norm">
              <dgm:constrLst>
                <dgm:constr type="primFontSz" for="ch" ptType="node" op="equ" val="65"/>
                <dgm:constr type="w" for="ch" forName="quadrant1" refType="w" fact="0.433"/>
                <dgm:constr type="h" for="ch" forName="quadrant1" refType="h" fact="0.433"/>
                <dgm:constr type="b" for="ch" forName="quadrant1" refType="h" fact="0.5"/>
                <dgm:constr type="bOff" for="ch" forName="quadrant1" refType="h" fact="-0.01"/>
                <dgm:constr type="r" for="ch" forName="quadrant1" refType="w" fact="0.5"/>
                <dgm:constr type="rOff" for="ch" forName="quadrant1" refType="w" fact="-0.01"/>
                <dgm:constr type="w" for="ch" forName="quadrant2" refType="w" fact="0.433"/>
                <dgm:constr type="h" for="ch" forName="quadrant2" refType="h" fact="0.433"/>
                <dgm:constr type="b" for="ch" forName="quadrant2" refType="h" fact="0.5"/>
                <dgm:constr type="bOff" for="ch" forName="quadrant2" refType="h" fact="-0.01"/>
                <dgm:constr type="l" for="ch" forName="quadrant2" refType="w" fact="0.5"/>
                <dgm:constr type="lOff" for="ch" forName="quadrant2" refType="w" fact="0.01"/>
                <dgm:constr type="w" for="ch" forName="quadrant3" refType="w" fact="0.433"/>
                <dgm:constr type="h" for="ch" forName="quadrant3" refType="h" fact="0.433"/>
                <dgm:constr type="t" for="ch" forName="quadrant3" refType="h" fact="0.5"/>
                <dgm:constr type="tOff" for="ch" forName="quadrant3" refType="h" fact="0.01"/>
                <dgm:constr type="l" for="ch" forName="quadrant3" refType="w" fact="0.5"/>
                <dgm:constr type="lOff" for="ch" forName="quadrant3" refType="w" fact="0.01"/>
                <dgm:constr type="w" for="ch" forName="quadrant4" refType="w" fact="0.433"/>
                <dgm:constr type="h" for="ch" forName="quadrant4" refType="h" fact="0.433"/>
                <dgm:constr type="t" for="ch" forName="quadrant4" refType="h" fact="0.5"/>
                <dgm:constr type="tOff" for="ch" forName="quadrant4" refType="h" fact="0.01"/>
                <dgm:constr type="r" for="ch" forName="quadrant4" refType="w" fact="0.5"/>
                <dgm:constr type="rOff" for="ch" forName="quadrant4" refType="w" fact="-0.01"/>
              </dgm:constrLst>
            </dgm:if>
            <dgm:else name="Name31">
              <dgm:constrLst>
                <dgm:constr type="primFontSz" for="ch" ptType="node" op="equ" val="65"/>
                <dgm:constr type="w" for="ch" forName="quadrant1" refType="w" fact="0.433"/>
                <dgm:constr type="h" for="ch" forName="quadrant1" refType="h" fact="0.433"/>
                <dgm:constr type="b" for="ch" forName="quadrant1" refType="h" fact="0.5"/>
                <dgm:constr type="bOff" for="ch" forName="quadrant1" refType="h" fact="-0.01"/>
                <dgm:constr type="l" for="ch" forName="quadrant1" refType="w" fact="0.5"/>
                <dgm:constr type="lOff" for="ch" forName="quadrant1" refType="w" fact="0.01"/>
                <dgm:constr type="w" for="ch" forName="quadrant2" refType="w" fact="0.433"/>
                <dgm:constr type="h" for="ch" forName="quadrant2" refType="h" fact="0.433"/>
                <dgm:constr type="b" for="ch" forName="quadrant2" refType="h" fact="0.5"/>
                <dgm:constr type="bOff" for="ch" forName="quadrant2" refType="h" fact="-0.01"/>
                <dgm:constr type="r" for="ch" forName="quadrant2" refType="w" fact="0.5"/>
                <dgm:constr type="rOff" for="ch" forName="quadrant2" refType="w" fact="-0.01"/>
                <dgm:constr type="w" for="ch" forName="quadrant3" refType="w" fact="0.433"/>
                <dgm:constr type="h" for="ch" forName="quadrant3" refType="h" fact="0.433"/>
                <dgm:constr type="t" for="ch" forName="quadrant3" refType="h" fact="0.5"/>
                <dgm:constr type="tOff" for="ch" forName="quadrant3" refType="h" fact="0.01"/>
                <dgm:constr type="r" for="ch" forName="quadrant3" refType="w" fact="0.5"/>
                <dgm:constr type="rOff" for="ch" forName="quadrant3" refType="w" fact="-0.01"/>
                <dgm:constr type="w" for="ch" forName="quadrant4" refType="w" fact="0.433"/>
                <dgm:constr type="h" for="ch" forName="quadrant4" refType="h" fact="0.433"/>
                <dgm:constr type="t" for="ch" forName="quadrant4" refType="h" fact="0.5"/>
                <dgm:constr type="tOff" for="ch" forName="quadrant4" refType="h" fact="0.01"/>
                <dgm:constr type="l" for="ch" forName="quadrant4" refType="w" fact="0.5"/>
                <dgm:constr type="lOff" for="ch" forName="quadrant4" refType="w" fact="0.01"/>
              </dgm:constrLst>
            </dgm:else>
          </dgm:choose>
          <dgm:ruleLst/>
          <dgm:layoutNode name="quadrant1" styleLbl="node1">
            <dgm:varLst>
              <dgm:chMax val="1"/>
              <dgm:bulletEnabled val="1"/>
            </dgm:varLst>
            <dgm:alg type="tx"/>
            <dgm:choose name="Name32">
              <dgm:if name="Name33" func="var" arg="dir" op="equ" val="norm">
                <dgm:shape xmlns:r="http://schemas.openxmlformats.org/officeDocument/2006/relationships" type="pieWedge" r:blip="">
                  <dgm:adjLst/>
                </dgm:shape>
              </dgm:if>
              <dgm:else name="Name34">
                <dgm:shape xmlns:r="http://schemas.openxmlformats.org/officeDocument/2006/relationships" rot="90" type="pieWedge" r:blip="">
                  <dgm:adjLst/>
                </dgm:shape>
              </dgm:else>
            </dgm:choose>
            <dgm:presOf axis="ch" ptType="node" cnt="1"/>
            <dgm:constrLst/>
            <dgm:ruleLst>
              <dgm:rule type="primFontSz" val="5" fact="NaN" max="NaN"/>
            </dgm:ruleLst>
          </dgm:layoutNode>
          <dgm:layoutNode name="quadrant2" styleLbl="node1">
            <dgm:varLst>
              <dgm:chMax val="1"/>
              <dgm:bulletEnabled val="1"/>
            </dgm:varLst>
            <dgm:alg type="tx"/>
            <dgm:choose name="Name35">
              <dgm:if name="Name36" func="var" arg="dir" op="equ" val="norm">
                <dgm:shape xmlns:r="http://schemas.openxmlformats.org/officeDocument/2006/relationships" rot="90" type="pieWedge" r:blip="">
                  <dgm:adjLst/>
                </dgm:shape>
              </dgm:if>
              <dgm:else name="Name37">
                <dgm:shape xmlns:r="http://schemas.openxmlformats.org/officeDocument/2006/relationships" type="pieWedge" r:blip="">
                  <dgm:adjLst/>
                </dgm:shape>
              </dgm:else>
            </dgm:choose>
            <dgm:presOf axis="ch" ptType="node" st="2" cnt="1"/>
            <dgm:constrLst/>
            <dgm:ruleLst>
              <dgm:rule type="primFontSz" val="5" fact="NaN" max="NaN"/>
            </dgm:ruleLst>
          </dgm:layoutNode>
          <dgm:layoutNode name="quadrant3" styleLbl="node1">
            <dgm:varLst>
              <dgm:chMax val="1"/>
              <dgm:bulletEnabled val="1"/>
            </dgm:varLst>
            <dgm:alg type="tx"/>
            <dgm:choose name="Name38">
              <dgm:if name="Name39" func="var" arg="dir" op="equ" val="norm">
                <dgm:shape xmlns:r="http://schemas.openxmlformats.org/officeDocument/2006/relationships" rot="180" type="pieWedge" r:blip="">
                  <dgm:adjLst/>
                </dgm:shape>
              </dgm:if>
              <dgm:else name="Name40">
                <dgm:shape xmlns:r="http://schemas.openxmlformats.org/officeDocument/2006/relationships" rot="270" type="pieWedge" r:blip="">
                  <dgm:adjLst/>
                </dgm:shape>
              </dgm:else>
            </dgm:choose>
            <dgm:presOf axis="ch" ptType="node" st="3" cnt="1"/>
            <dgm:constrLst/>
            <dgm:ruleLst>
              <dgm:rule type="primFontSz" val="5" fact="NaN" max="NaN"/>
            </dgm:ruleLst>
          </dgm:layoutNode>
          <dgm:layoutNode name="quadrant4" styleLbl="node1">
            <dgm:varLst>
              <dgm:chMax val="1"/>
              <dgm:bulletEnabled val="1"/>
            </dgm:varLst>
            <dgm:alg type="tx"/>
            <dgm:choose name="Name41">
              <dgm:if name="Name42" func="var" arg="dir" op="equ" val="norm">
                <dgm:shape xmlns:r="http://schemas.openxmlformats.org/officeDocument/2006/relationships" rot="270" type="pieWedge" r:blip="">
                  <dgm:adjLst/>
                </dgm:shape>
              </dgm:if>
              <dgm:else name="Name43">
                <dgm:shape xmlns:r="http://schemas.openxmlformats.org/officeDocument/2006/relationships" rot="180" type="pieWedge" r:blip="">
                  <dgm:adjLst/>
                </dgm:shape>
              </dgm:else>
            </dgm:choose>
            <dgm:presOf axis="ch" ptType="node" st="4" cnt="1"/>
            <dgm:constrLst/>
            <dgm:ruleLst>
              <dgm:rule type="primFontSz" val="5" fact="NaN" max="NaN"/>
            </dgm:ruleLst>
          </dgm:layoutNode>
          <dgm:layoutNode name="quadrantPlaceholder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center1" styleLbl="fgShp">
          <dgm:alg type="sp"/>
          <dgm:choose name="Name44">
            <dgm:if name="Name45" func="var" arg="dir" op="equ" val="norm">
              <dgm:shape xmlns:r="http://schemas.openxmlformats.org/officeDocument/2006/relationships" type="circularArrow" r:blip="" zOrderOff="16">
                <dgm:adjLst/>
              </dgm:shape>
            </dgm:if>
            <dgm:else name="Name46">
              <dgm:shape xmlns:r="http://schemas.openxmlformats.org/officeDocument/2006/relationships" rot="180" type="leftCircularArrow" r:blip="" zOrderOff="16">
                <dgm:adjLst/>
              </dgm:shape>
            </dgm:else>
          </dgm:choose>
          <dgm:presOf/>
          <dgm:constrLst/>
          <dgm:ruleLst/>
        </dgm:layoutNode>
        <dgm:layoutNode name="center2" styleLbl="fgShp">
          <dgm:alg type="sp"/>
          <dgm:choose name="Name47">
            <dgm:if name="Name48" func="var" arg="dir" op="equ" val="norm">
              <dgm:shape xmlns:r="http://schemas.openxmlformats.org/officeDocument/2006/relationships" rot="180" type="circularArrow" r:blip="" zOrderOff="16">
                <dgm:adjLst/>
              </dgm:shape>
            </dgm:if>
            <dgm:else name="Name49">
              <dgm:shape xmlns:r="http://schemas.openxmlformats.org/officeDocument/2006/relationships" type="leftCircularArrow" r:blip="" zOrderOff="16">
                <dgm:adjLst/>
              </dgm:shape>
            </dgm:else>
          </dgm:choose>
          <dgm:presOf/>
          <dgm:constrLst/>
          <dgm:ruleLst/>
        </dgm:layoutNode>
      </dgm:if>
      <dgm:else name="Name50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target2">
  <dgm:title val=""/>
  <dgm:desc val=""/>
  <dgm:catLst>
    <dgm:cat type="relationship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chMax val="3"/>
      <dgm:chPref val="1"/>
      <dgm:dir/>
      <dgm:animLvl val="lvl"/>
      <dgm:resizeHandles/>
    </dgm:varLst>
    <dgm:alg type="composite">
      <dgm:param type="horzAlign" val="none"/>
      <dgm:param type="vertAlign" val="none"/>
    </dgm:alg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 ch" ptType="node node" st="1 1" cnt="1 0" func="cnt" op="gt" val="0">
            <dgm:choose name="Name5">
              <dgm:if name="Name6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2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395"/>
                  <dgm:constr type="t" for="ch" forName="centerBox" refType="h" fact="0.5"/>
                  <dgm:constr type="w" for="ch" forName="centerBox" refType="w" fact="0.55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7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2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225"/>
                  <dgm:constr type="t" for="ch" forName="centerBox" refType="h" fact="0.5"/>
                  <dgm:constr type="w" for="ch" forName="centerBox" refType="w" fact="0.72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if>
          <dgm:else name="Name8">
            <dgm:choose name="Name9">
              <dgm:if name="Name10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26"/>
                  <dgm:constr type="t" for="ch" forName="centerBox" refType="h" fact="0.5"/>
                  <dgm:constr type="w" for="ch" forName="centerBox" refType="w" fact="0.6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11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else>
        </dgm:choose>
      </dgm:if>
      <dgm:else name="Name12">
        <dgm:choose name="Name13">
          <dgm:if name="Name14" axis="ch ch" ptType="node node" st="1 1" cnt="1 0" func="cnt" op="gt" val="0">
            <dgm:choose name="Name15">
              <dgm:if name="Name16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5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17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77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725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if>
          <dgm:else name="Name18">
            <dgm:choose name="Name19">
              <dgm:if name="Name20" axis="ch ch" ptType="node node" st="2 1" cnt="1 0" func="cnt" op="gt" val="0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6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if>
              <dgm:else name="Name21">
                <dgm:constrLst>
                  <dgm:constr type="primFontSz" for="des" forName="middleBoxParent" val="65"/>
                  <dgm:constr type="primFontSz" for="des" forName="mChild" val="65"/>
                  <dgm:constr type="primFontSz" for="des" forName="outerBoxParent" refType="primFontSz" refFor="des" refForName="middleBoxParent" op="equ"/>
                  <dgm:constr type="primFontSz" for="des" forName="centerBoxParent" refType="primFontSz" refFor="des" refForName="middleBoxParent" op="equ"/>
                  <dgm:constr type="primFontSz" for="des" forName="oChild" refType="primFontSz" refFor="des" refForName="mChild" op="equ"/>
                  <dgm:constr type="primFontSz" for="des" forName="cChild" refType="primFontSz" refFor="des" refForName="mChild" op="equ"/>
                  <dgm:constr type="l" for="ch" forName="outerBox"/>
                  <dgm:constr type="t" for="ch" forName="outerBox"/>
                  <dgm:constr type="w" for="ch" forName="outerBox" refType="w"/>
                  <dgm:constr type="h" for="ch" forName="outerBox" refType="h"/>
                  <dgm:constr type="l" for="ch" forName="middleBox" refType="w" fact="0.025"/>
                  <dgm:constr type="t" for="ch" forName="middleBox" refType="h" fact="0.25"/>
                  <dgm:constr type="w" for="ch" forName="middleBox" refType="w" fact="0.95"/>
                  <dgm:constr type="h" for="ch" forName="middleBox" refType="h" fact="0.7"/>
                  <dgm:constr type="l" for="ch" forName="centerBox" refType="w" fact="0.05"/>
                  <dgm:constr type="t" for="ch" forName="centerBox" refType="h" fact="0.5"/>
                  <dgm:constr type="w" for="ch" forName="centerBox" refType="w" fact="0.9"/>
                  <dgm:constr type="h" for="ch" forName="centerBox" refType="h" fact="0.4"/>
                  <dgm:constr type="userA" for="des" forName="outerSibTrans" refType="w"/>
                  <dgm:constr type="userA" for="des" forName="middleSibTrans" refType="w"/>
                  <dgm:constr type="userA" for="des" forName="centerSibTrans" refType="w"/>
                </dgm:constrLst>
              </dgm:else>
            </dgm:choose>
          </dgm:else>
        </dgm:choose>
      </dgm:else>
    </dgm:choose>
    <dgm:ruleLst/>
    <dgm:choose name="Name22">
      <dgm:if name="Name23" axis="root ch" ptType="all node" st="1 1" cnt="0 0" func="cnt" op="gte" val="1">
        <dgm:layoutNode name="outerBox" styleLbl="node1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24">
            <dgm:if name="Name25" axis="root ch" ptType="all node" st="1 1" cnt="0 0" func="cnt" op="gt" val="1">
              <dgm:choose name="Name26">
                <dgm:if name="Name27" func="var" arg="dir" op="equ" val="norm">
                  <dgm:constrLst>
                    <dgm:constr type="l" for="ch" forName="outerBoxParent"/>
                    <dgm:constr type="t" for="ch" forName="outerBoxParent"/>
                    <dgm:constr type="w" for="ch" forName="outerBoxParent" refType="w"/>
                    <dgm:constr type="h" for="ch" forName="outerBoxParent" refType="h"/>
                    <dgm:constr type="bMarg" for="ch" forName="outerBoxParent" refType="h" fact="2.2"/>
                    <dgm:constr type="l" for="ch" forName="outerBoxChildren" refType="w" fact="0.025"/>
                    <dgm:constr type="t" for="ch" forName="outerBoxChildren" refType="h" fact="0.25"/>
                    <dgm:constr type="w" for="ch" forName="outerBoxChildren" refType="w" fact="0.15"/>
                    <dgm:constr type="h" for="ch" forName="outerBoxChildren" refType="h" fact="0.7"/>
                  </dgm:constrLst>
                </dgm:if>
                <dgm:else name="Name28">
                  <dgm:constrLst>
                    <dgm:constr type="l" for="ch" forName="outerBoxParent"/>
                    <dgm:constr type="t" for="ch" forName="outerBoxParent"/>
                    <dgm:constr type="w" for="ch" forName="outerBoxParent" refType="w"/>
                    <dgm:constr type="h" for="ch" forName="outerBoxParent" refType="h"/>
                    <dgm:constr type="bMarg" for="ch" forName="outerBoxParent" refType="h" fact="2.2"/>
                    <dgm:constr type="l" for="ch" forName="outerBoxChildren" refType="w" fact="0.825"/>
                    <dgm:constr type="t" for="ch" forName="outerBoxChildren" refType="h" fact="0.25"/>
                    <dgm:constr type="w" for="ch" forName="outerBoxChildren" refType="w" fact="0.15"/>
                    <dgm:constr type="h" for="ch" forName="outerBoxChildren" refType="h" fact="0.7"/>
                  </dgm:constrLst>
                </dgm:else>
              </dgm:choose>
            </dgm:if>
            <dgm:else name="Name29">
              <dgm:constrLst>
                <dgm:constr type="l" for="ch" forName="outerBoxParent"/>
                <dgm:constr type="t" for="ch" forName="outerBoxParent"/>
                <dgm:constr type="w" for="ch" forName="outerBoxParent" refType="w"/>
                <dgm:constr type="h" for="ch" forName="outerBoxParent" refType="h"/>
                <dgm:constr type="bMarg" for="ch" forName="outerBoxParent" refType="h" fact="1.75"/>
                <dgm:constr type="l" for="ch" forName="outerBoxChildren" refType="w" fact="0.025"/>
                <dgm:constr type="t" for="ch" forName="outerBoxChildren" refType="h" fact="0.45"/>
                <dgm:constr type="w" for="ch" forName="outerBoxChildren" refType="w" fact="0.95"/>
                <dgm:constr type="h" for="ch" forName="outerBoxChildren" refType="h" fact="0.45"/>
              </dgm:constrLst>
            </dgm:else>
          </dgm:choose>
          <dgm:ruleLst/>
          <dgm:layoutNode name="outer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085"/>
              </dgm:adjLst>
            </dgm:shape>
            <dgm:presOf axis="ch" ptType="node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layoutNode name="outerBoxChildren">
            <dgm:choose name="Name30">
              <dgm:if name="Name31" axis="root ch" ptType="all node" st="1 1" cnt="0 0" func="cnt" op="gt" val="1">
                <dgm:alg type="lin">
                  <dgm:param type="linDir" val="fromT"/>
                  <dgm:param type="vertAlign" val="t"/>
                </dgm:alg>
              </dgm:if>
              <dgm:else name="Name32">
                <dgm:choose name="Name33">
                  <dgm:if name="Name34" func="var" arg="dir" op="equ" val="norm">
                    <dgm:alg type="lin">
                      <dgm:param type="horzAlign" val="l"/>
                    </dgm:alg>
                  </dgm:if>
                  <dgm:else name="Name35">
                    <dgm:alg type="lin">
                      <dgm:param type="linDir" val="fromR"/>
                      <dgm:param type="horz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>
              <dgm:constr type="w" for="ch" forName="oChild" refType="w"/>
              <dgm:constr type="h" for="ch" forName="oChild" refType="h"/>
            </dgm:constrLst>
            <dgm:ruleLst/>
            <dgm:forEach name="Name36" axis="ch ch" ptType="node node" st="1 1" cnt="1 0">
              <dgm:layoutNode name="oChild" styleLbl="fgAcc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forEach name="Name37" axis="followSib" ptType="sibTrans" cnt="1">
                <dgm:layoutNode name="outerSibTrans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userA"/>
                    <dgm:constr type="w" refType="userA" fact="0.015"/>
                    <dgm:constr type="h" refType="userA" fact="0.015"/>
                  </dgm:constrLst>
                  <dgm:ruleLst/>
                </dgm:layoutNode>
              </dgm:forEach>
            </dgm:forEach>
          </dgm:layoutNode>
        </dgm:layoutNode>
      </dgm:if>
      <dgm:else name="Name38"/>
    </dgm:choose>
    <dgm:choose name="Name39">
      <dgm:if name="Name40" axis="root ch" ptType="all node" st="1 1" cnt="0 0" func="cnt" op="gte" val="2">
        <dgm:layoutNode name="middleBox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41">
            <dgm:if name="Name42" axis="root ch" ptType="all node" st="1 1" cnt="0 0" func="cnt" op="gt" val="2">
              <dgm:choose name="Name43">
                <dgm:if name="Name44" func="var" arg="dir" op="equ" val="norm">
                  <dgm:constrLst>
                    <dgm:constr type="l" for="ch" forName="middleBoxParent"/>
                    <dgm:constr type="t" for="ch" forName="middleBoxParent"/>
                    <dgm:constr type="w" for="ch" forName="middleBoxParent" refType="w"/>
                    <dgm:constr type="h" for="ch" forName="middleBoxParent" refType="h"/>
                    <dgm:constr type="bMarg" for="ch" forName="middleBoxParent" refType="h" fact="1.8"/>
                    <dgm:constr type="l" for="ch" forName="middleBoxChildren" refType="w" fact="0.025"/>
                    <dgm:constr type="t" for="ch" forName="middleBoxChildren" refType="h" fact="0.35"/>
                    <dgm:constr type="w" for="ch" forName="middleBoxChildren" refType="w" fact="0.2"/>
                    <dgm:constr type="h" for="ch" forName="middleBoxChildren" refType="h" fact="0.575"/>
                  </dgm:constrLst>
                </dgm:if>
                <dgm:else name="Name45">
                  <dgm:constrLst>
                    <dgm:constr type="l" for="ch" forName="middleBoxParent"/>
                    <dgm:constr type="t" for="ch" forName="middleBoxParent"/>
                    <dgm:constr type="w" for="ch" forName="middleBoxParent" refType="w"/>
                    <dgm:constr type="h" for="ch" forName="middleBoxParent" refType="h"/>
                    <dgm:constr type="bMarg" for="ch" forName="middleBoxParent" refType="h" fact="1.8"/>
                    <dgm:constr type="l" for="ch" forName="middleBoxChildren" refType="w" fact="0.775"/>
                    <dgm:constr type="t" for="ch" forName="middleBoxChildren" refType="h" fact="0.35"/>
                    <dgm:constr type="w" for="ch" forName="middleBoxChildren" refType="w" fact="0.2"/>
                    <dgm:constr type="h" for="ch" forName="middleBoxChildren" refType="h" fact="0.575"/>
                  </dgm:constrLst>
                </dgm:else>
              </dgm:choose>
            </dgm:if>
            <dgm:else name="Name46">
              <dgm:constrLst>
                <dgm:constr type="l" for="ch" forName="middleBoxParent"/>
                <dgm:constr type="t" for="ch" forName="middleBoxParent"/>
                <dgm:constr type="w" for="ch" forName="middleBoxParent" refType="w"/>
                <dgm:constr type="h" for="ch" forName="middleBoxParent" refType="h"/>
                <dgm:constr type="bMarg" for="ch" forName="middleBoxParent" refType="h" fact="1.8"/>
                <dgm:constr type="l" for="ch" forName="middleBoxChildren" refType="w" fact="0.025"/>
                <dgm:constr type="t" for="ch" forName="middleBoxChildren" refType="h" fact="0.45"/>
                <dgm:constr type="w" for="ch" forName="middleBoxChildren" refType="w" fact="0.95"/>
                <dgm:constr type="h" for="ch" forName="middleBoxChildren" refType="h" fact="0.45"/>
              </dgm:constrLst>
            </dgm:else>
          </dgm:choose>
          <dgm:ruleLst/>
          <dgm:layoutNode name="middle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105"/>
              </dgm:adjLst>
            </dgm:shape>
            <dgm:presOf axis="ch" ptType="node" st="2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layoutNode name="middleBoxChildren">
            <dgm:choose name="Name47">
              <dgm:if name="Name48" axis="root ch" ptType="all node" st="1 1" cnt="0 0" func="cnt" op="gt" val="2">
                <dgm:alg type="lin">
                  <dgm:param type="linDir" val="fromT"/>
                  <dgm:param type="vertAlign" val="t"/>
                </dgm:alg>
              </dgm:if>
              <dgm:else name="Name49">
                <dgm:choose name="Name50">
                  <dgm:if name="Name51" func="var" arg="dir" op="equ" val="norm">
                    <dgm:alg type="lin">
                      <dgm:param type="horzAlign" val="l"/>
                    </dgm:alg>
                  </dgm:if>
                  <dgm:else name="Name52">
                    <dgm:alg type="lin">
                      <dgm:param type="linDir" val="fromR"/>
                      <dgm:param type="horz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>
              <dgm:constr type="w" for="ch" forName="mChild" refType="w"/>
              <dgm:constr type="h" for="ch" forName="mChild" refType="h"/>
            </dgm:constrLst>
            <dgm:ruleLst/>
            <dgm:forEach name="Name53" axis="ch ch" ptType="node node" st="2 1" cnt="1 0">
              <dgm:layoutNode name="mChild" styleLbl="fgAcc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forEach name="Name54" axis="followSib" ptType="sibTrans" cnt="1">
                <dgm:layoutNode name="middleSibTrans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userA"/>
                    <dgm:constr type="w" refType="userA" fact="0.015"/>
                    <dgm:constr type="h" refType="userA" fact="0.015"/>
                  </dgm:constrLst>
                  <dgm:ruleLst/>
                </dgm:layoutNode>
              </dgm:forEach>
            </dgm:forEach>
          </dgm:layoutNode>
        </dgm:layoutNode>
      </dgm:if>
      <dgm:else name="Name55"/>
    </dgm:choose>
    <dgm:choose name="Name56">
      <dgm:if name="Name57" axis="root ch" ptType="all node" st="1 1" cnt="0 0" func="cnt" op="gte" val="3">
        <dgm:layoutNode name="centerBox">
          <dgm:alg type="composite">
            <dgm:param type="horzAlign" val="none"/>
            <dgm:param type="vertAlign" val="none"/>
          </dgm:alg>
          <dgm:shape xmlns:r="http://schemas.openxmlformats.org/officeDocument/2006/relationships" r:blip="">
            <dgm:adjLst/>
          </dgm:shape>
          <dgm:presOf/>
          <dgm:choose name="Name58">
            <dgm:if name="Name59" axis="ch ch" ptType="node node" st="3 1" cnt="1 0" func="cnt" op="gt" val="0">
              <dgm:constrLst>
                <dgm:constr type="l" for="ch" forName="centerBoxParent"/>
                <dgm:constr type="t" for="ch" forName="centerBoxParent"/>
                <dgm:constr type="w" for="ch" forName="centerBoxParent" refType="w"/>
                <dgm:constr type="h" for="ch" forName="centerBoxParent" refType="h"/>
                <dgm:constr type="bMarg" for="ch" forName="centerBoxParent" refType="h" fact="1.6"/>
                <dgm:constr type="l" for="ch" forName="centerBoxChildren" refType="w" fact="0.025"/>
                <dgm:constr type="t" for="ch" forName="centerBoxChildren" refType="h" fact="0.45"/>
                <dgm:constr type="w" for="ch" forName="centerBoxChildren" refType="w" fact="0.95"/>
                <dgm:constr type="h" for="ch" forName="centerBoxChildren" refType="h" fact="0.45"/>
              </dgm:constrLst>
            </dgm:if>
            <dgm:else name="Name60">
              <dgm:constrLst>
                <dgm:constr type="l" for="ch" forName="centerBoxParent"/>
                <dgm:constr type="t" for="ch" forName="centerBoxParent"/>
                <dgm:constr type="w" for="ch" forName="centerBoxParent" refType="w"/>
                <dgm:constr type="h" for="ch" forName="centerBoxParent" refType="h"/>
              </dgm:constrLst>
            </dgm:else>
          </dgm:choose>
          <dgm:ruleLst/>
          <dgm:layoutNode name="centerBoxParent" styleLbl="node1">
            <dgm:alg type="tx">
              <dgm:param type="txAnchorVert" val="t"/>
              <dgm:param type="parTxLTRAlign" val="l"/>
              <dgm:param type="parTxRTLAlign" val="r"/>
            </dgm:alg>
            <dgm:shape xmlns:r="http://schemas.openxmlformats.org/officeDocument/2006/relationships" type="roundRect" r:blip="">
              <dgm:adjLst>
                <dgm:adj idx="1" val="0.105"/>
              </dgm:adjLst>
            </dgm:shape>
            <dgm:presOf axis="ch" ptType="node" st="3" cnt="1"/>
            <dgm:constrLst>
              <dgm:constr type="t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  <dgm:choose name="Name61">
            <dgm:if name="Name62" axis="ch ch" ptType="node node" st="3 1" cnt="1 0" func="cnt" op="gt" val="0">
              <dgm:layoutNode name="centerBoxChildren">
                <dgm:choose name="Name63">
                  <dgm:if name="Name64" func="var" arg="dir" op="equ" val="norm">
                    <dgm:alg type="lin">
                      <dgm:param type="horzAlign" val="l"/>
                    </dgm:alg>
                  </dgm:if>
                  <dgm:else name="Name65">
                    <dgm:alg type="lin">
                      <dgm:param type="linDir" val="fromR"/>
                      <dgm:param type="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cChild" refType="w"/>
                  <dgm:constr type="h" for="ch" forName="cChild" refType="h"/>
                </dgm:constrLst>
                <dgm:ruleLst/>
                <dgm:forEach name="Name66" axis="ch ch" ptType="node node" st="3 1" cnt="1 0">
                  <dgm:layoutNode name="cChild" styleLbl="fgAcc1">
                    <dgm:varLst>
                      <dgm:bulletEnabled val="1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05"/>
                      </dgm:adjLst>
                    </dgm:shape>
                    <dgm:presOf axis="desOrSelf" ptType="node"/>
                    <dgm:constrLst>
                      <dgm:constr type="tMarg" refType="primFontSz" fact="0.3"/>
                      <dgm:constr type="bMarg" refType="primFontSz" fact="0.3"/>
                      <dgm:constr type="lMarg" refType="primFontSz" fact="0.3"/>
                      <dgm:constr type="rMarg" refType="primFontSz" fact="0.3"/>
                    </dgm:constrLst>
                    <dgm:ruleLst>
                      <dgm:rule type="primFontSz" val="5" fact="NaN" max="NaN"/>
                    </dgm:ruleLst>
                  </dgm:layoutNode>
                  <dgm:forEach name="Name67" axis="followSib" ptType="sibTrans" cnt="1">
                    <dgm:layoutNode name="centerSibTrans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  <dgm:constrLst>
                        <dgm:constr type="userA"/>
                        <dgm:constr type="w" refType="userA" fact="0.015"/>
                        <dgm:constr type="h" refType="userA" fact="0.015"/>
                      </dgm:constrLst>
                      <dgm:ruleLst/>
                    </dgm:layoutNode>
                  </dgm:forEach>
                </dgm:forEach>
              </dgm:layoutNode>
            </dgm:if>
            <dgm:else name="Name68"/>
          </dgm:choose>
        </dgm:layoutNode>
      </dgm:if>
      <dgm:else name="Name69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9/3/layout/StepUpProcess">
  <dgm:title val=""/>
  <dgm:desc val=""/>
  <dgm:catLst>
    <dgm:cat type="process" pri="13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b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b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onstrLst>
      <dgm:constr type="alignOff" forName="rootnode" val="1"/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-0.765"/>
      <dgm:constr type="w" for="ch" forName="sibTrans" refType="w" fact="0.103"/>
      <dgm:constr type="h" for="ch" forName="sibTrans" refType="h" fact="0.103"/>
    </dgm:constrLst>
    <dgm:forEach name="nodesForEach" axis="ch" ptType="node">
      <dgm:layoutNode name="composite">
        <dgm:alg type="composite">
          <dgm:param type="ar" val="0.861"/>
        </dgm:alg>
        <dgm:shape xmlns:r="http://schemas.openxmlformats.org/officeDocument/2006/relationships" r:blip="">
          <dgm:adjLst/>
        </dgm:shape>
        <dgm:choose name="Name3">
          <dgm:if name="Name4" func="var" arg="dir" op="equ" val="norm">
            <dgm:constrLst>
              <dgm:constr type="l" for="ch" forName="LShape" refType="w" fact="0"/>
              <dgm:constr type="t" for="ch" forName="LShape" refType="h" fact="0.2347"/>
              <dgm:constr type="w" for="ch" forName="LShape" refType="w" fact="0.998"/>
              <dgm:constr type="h" for="ch" forName="LShape" refType="h" fact="0.5164"/>
              <dgm:constr type="r" for="ch" forName="ParentText" refType="w"/>
              <dgm:constr type="t" for="ch" forName="ParentText" refType="h" fact="0.32"/>
              <dgm:constr type="w" for="ch" forName="ParentText" refType="w" fact="0.901"/>
              <dgm:constr type="h" for="ch" forName="ParentText" refType="h" fact="0.68"/>
              <dgm:constr type="l" for="ch" forName="Triangle" refType="w" fact="0.83"/>
              <dgm:constr type="t" for="ch" forName="Triangle" refType="h" fact="0"/>
              <dgm:constr type="w" for="ch" forName="Triangle" refType="w" fact="0.17"/>
              <dgm:constr type="h" for="ch" forName="Triangle" refType="w" refFor="ch" refForName="Triangle"/>
            </dgm:constrLst>
          </dgm:if>
          <dgm:else name="Name5">
            <dgm:constrLst>
              <dgm:constr type="l" for="ch" forName="LShape" refType="w" fact="0.002"/>
              <dgm:constr type="t" for="ch" forName="LShape" refType="h" fact="0.2347"/>
              <dgm:constr type="w" for="ch" forName="LShape" refType="w"/>
              <dgm:constr type="h" for="ch" forName="LShape" refType="h" fact="0.5164"/>
              <dgm:constr type="l" for="ch" forName="ParentText" refType="w" fact="0"/>
              <dgm:constr type="t" for="ch" forName="ParentText" refType="h" fact="0.32"/>
              <dgm:constr type="w" for="ch" forName="ParentText" refType="w" fact="0.902"/>
              <dgm:constr type="h" for="ch" forName="ParentText" refType="h" fact="0.68"/>
              <dgm:constr type="l" for="ch" forName="Triangle" refType="w" fact="0"/>
              <dgm:constr type="t" for="ch" forName="Triangle" refType="h" fact="0"/>
              <dgm:constr type="w" for="ch" forName="Triangle" refType="w" fact="0.17"/>
              <dgm:constr type="h" for="ch" forName="Triangle" refType="w" refFor="ch" refForName="Triangle"/>
            </dgm:constrLst>
          </dgm:else>
        </dgm:choose>
        <dgm:layoutNode name="LShape" styleLbl="alignNode1">
          <dgm:alg type="sp"/>
          <dgm:choose name="Name6">
            <dgm:if name="Name7" func="var" arg="dir" op="equ" val="norm">
              <dgm:shape xmlns:r="http://schemas.openxmlformats.org/officeDocument/2006/relationships" rot="90" type="corner" r:blip="">
                <dgm:adjLst>
                  <dgm:adj idx="1" val="0.1612"/>
                  <dgm:adj idx="2" val="0.1611"/>
                </dgm:adjLst>
              </dgm:shape>
            </dgm:if>
            <dgm:else name="Name8">
              <dgm:shape xmlns:r="http://schemas.openxmlformats.org/officeDocument/2006/relationships" rot="180" type="corner" r:blip="">
                <dgm:adjLst>
                  <dgm:adj idx="1" val="0.1612"/>
                  <dgm:adj idx="2" val="0.1611"/>
                </dgm:adjLst>
              </dgm:shape>
            </dgm:else>
          </dgm:choose>
          <dgm:presOf/>
        </dgm:layoutNode>
        <dgm:layoutNode name="ParentText" styleLbl="revTx">
          <dgm:varLst>
            <dgm:chMax val="0"/>
            <dgm:chPref val="0"/>
            <dgm:bulletEnabled val="1"/>
          </dgm:varLst>
          <dgm:alg type="tx">
            <dgm:param type="parTxLTRAlign" val="l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9">
          <dgm:if name="Name10" axis="followSib" ptType="node" func="cnt" op="gte" val="1">
            <dgm:layoutNode name="Triangle" styleLbl="alignNode1">
              <dgm:alg type="sp"/>
              <dgm:choose name="Name11">
                <dgm:if name="Name12" func="var" arg="dir" op="equ" val="norm">
                  <dgm:shape xmlns:r="http://schemas.openxmlformats.org/officeDocument/2006/relationships" type="triangle" r:blip="">
                    <dgm:adjLst>
                      <dgm:adj idx="1" val="1"/>
                    </dgm:adjLst>
                  </dgm:shape>
                </dgm:if>
                <dgm:else name="Name13">
                  <dgm:shape xmlns:r="http://schemas.openxmlformats.org/officeDocument/2006/relationships" rot="90" type="triangle" r:blip="">
                    <dgm:adjLst>
                      <dgm:adj idx="1" val="1"/>
                    </dgm:adjLst>
                  </dgm:shape>
                </dgm:else>
              </dgm:choose>
              <dgm:presOf/>
            </dgm:layoutNode>
          </dgm:if>
          <dgm:else name="Name14"/>
        </dgm:choose>
      </dgm:layoutNode>
      <dgm:forEach name="sibTransForEach" axis="followSib" ptType="sibTrans" cnt="1">
        <dgm:layoutNode name="sibTrans">
          <dgm:alg type="composite">
            <dgm:param type="ar" val="0.861"/>
          </dgm:alg>
          <dgm:constrLst>
            <dgm:constr type="w" for="ch" forName="space" refType="w"/>
            <dgm:constr type="h" for="ch" forName="space" refType="w"/>
          </dgm:constrLst>
          <dgm:layoutNode name="space" styleLbl="alignNode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0000" tIns="46800" rIns="90000" bIns="4680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-109" charset="0"/>
              </a:defRPr>
            </a:lvl1pPr>
          </a:lstStyle>
          <a:p>
            <a:endParaRPr lang="en-US" dirty="0"/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0000" tIns="46800" rIns="90000" bIns="4680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-109" charset="0"/>
              </a:defRPr>
            </a:lvl1pPr>
          </a:lstStyle>
          <a:p>
            <a:endParaRPr lang="en-US" dirty="0"/>
          </a:p>
        </p:txBody>
      </p:sp>
      <p:sp>
        <p:nvSpPr>
          <p:cNvPr id="5120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0000" tIns="46800" rIns="90000" bIns="4680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-109" charset="0"/>
              </a:defRPr>
            </a:lvl1pPr>
          </a:lstStyle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  <p:sp>
        <p:nvSpPr>
          <p:cNvPr id="5120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0000" tIns="46800" rIns="90000" bIns="4680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-109" charset="0"/>
              </a:defRPr>
            </a:lvl1pPr>
          </a:lstStyle>
          <a:p>
            <a:fld id="{632BFCA1-7074-BE49-9C26-1E5CA6845EA1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6213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0000" tIns="46800" rIns="90000" bIns="4680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-109" charset="0"/>
              </a:defRPr>
            </a:lvl1pPr>
          </a:lstStyle>
          <a:p>
            <a:endParaRPr lang="en-US" dirty="0"/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0000" tIns="46800" rIns="90000" bIns="4680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-109" charset="0"/>
              </a:defRPr>
            </a:lvl1pPr>
          </a:lstStyle>
          <a:p>
            <a:endParaRPr lang="en-US" dirty="0"/>
          </a:p>
        </p:txBody>
      </p:sp>
      <p:sp>
        <p:nvSpPr>
          <p:cNvPr id="501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501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0000" tIns="46800" rIns="90000" bIns="468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01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0000" tIns="46800" rIns="90000" bIns="4680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-109" charset="0"/>
              </a:defRPr>
            </a:lvl1pPr>
          </a:lstStyle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  <p:sp>
        <p:nvSpPr>
          <p:cNvPr id="501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0000" tIns="46800" rIns="90000" bIns="4680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-109" charset="0"/>
              </a:defRPr>
            </a:lvl1pPr>
          </a:lstStyle>
          <a:p>
            <a:fld id="{426AC9EA-110C-D44B-81A3-E5165EEE361B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103058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09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09" charset="0"/>
        <a:ea typeface="ＭＳ Ｐゴシック" pitchFamily="-109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09" charset="0"/>
        <a:ea typeface="ＭＳ Ｐゴシック" pitchFamily="-109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09" charset="0"/>
        <a:ea typeface="ＭＳ Ｐゴシック" pitchFamily="-109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09" charset="0"/>
        <a:ea typeface="ＭＳ Ｐゴシック" pitchFamily="-109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DC1486A-64A2-174A-9561-2035EFB54CD6}" type="slidenum">
              <a:rPr lang="en-US"/>
              <a:pPr/>
              <a:t>1</a:t>
            </a:fld>
            <a:endParaRPr lang="en-US" dirty="0"/>
          </a:p>
        </p:txBody>
      </p:sp>
      <p:sp>
        <p:nvSpPr>
          <p:cNvPr id="52226" name="Rectangle 2050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7" name="Rectangle 2051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>
                <a:latin typeface="Times New Roman" pitchFamily="-110" charset="0"/>
              </a:rPr>
              <a:t>Lecture slides prepared for “Computer Organization</a:t>
            </a:r>
            <a:r>
              <a:rPr lang="en-US" baseline="0" dirty="0" smtClean="0">
                <a:latin typeface="Times New Roman" pitchFamily="-110" charset="0"/>
              </a:rPr>
              <a:t> and Architecture</a:t>
            </a:r>
            <a:r>
              <a:rPr lang="en-US" dirty="0" smtClean="0">
                <a:latin typeface="Times New Roman" pitchFamily="-110" charset="0"/>
              </a:rPr>
              <a:t>”, 10/e, by William Stallings, Chapter 1 “Introduction”.</a:t>
            </a:r>
            <a:endParaRPr lang="en-AU" dirty="0" smtClean="0">
              <a:latin typeface="Times New Roman" pitchFamily="-110" charset="0"/>
            </a:endParaRPr>
          </a:p>
          <a:p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In a class of computers called microcomputers, the relationship between architecture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organization is very close. Changes in technology not only influence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organization but also result in the introduction of more powerful and more complex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architectures. Generally, there is less of a requirement for generation-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To-generation compatibility for these smaller machines. Thus, there is more interplay between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organizational and architectural design decisions. An intriguing example of this 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reduced instruction set computer (RISC), which we examine in Chapter 15.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This book examines both computer organization and computer architecture.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emphasis is perhaps more on the side of organization. However, because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 organization must be designed to implement a particular architectural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specification, a thorough treatment of organization requires a detailed examination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architecture as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8674719-171D-B949-8C83-D2F8F6712CF4}" type="slidenum">
              <a:rPr lang="en-US"/>
              <a:pPr/>
              <a:t>3</a:t>
            </a:fld>
            <a:endParaRPr lang="en-US" dirty="0"/>
          </a:p>
        </p:txBody>
      </p:sp>
      <p:sp>
        <p:nvSpPr>
          <p:cNvPr id="53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describing computers, a distinction is often made between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 architecture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 organization. </a:t>
            </a:r>
            <a:r>
              <a:rPr kumimoji="1" lang="en-US" sz="1200" i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Although it is difficult to give precise definitions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 these terms, a consensus exists about the general areas covered by each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(e.g., see [VRAN80], [SIEW82], and [BELL78a]); an interesting alternative view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is presented in [REDD76].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 architecture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refers to those attributes of a system visible to 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programmer or, put another way, those attributes that have a direct impact 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logical execution of a program.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term that is often used interchangeably with computer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architecture is </a:t>
            </a:r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instruction set architecture (ISA)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. The ISA defines instruction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formats, instruction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opcodes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, registers, instruction and data memory; the effect of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executed instructions on the registers and memory; and an algorithm for controlling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instruction execution.</a:t>
            </a:r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 organization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refers to the operational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units and their interconnections that realize the architectural specifications.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Examples of architectural attributes include the instruction set, the number of bits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used to represent various data types (e.g., numbers, characters), I/O mechanisms,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techniques for addressing memory. Organizational attributes include those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hardware details transparent to the programmer, such as control signals; interfaces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between the computer and peripherals; and the memory technology used.</a:t>
            </a:r>
            <a:endParaRPr kumimoji="1" lang="en-GB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endParaRPr kumimoji="1" lang="en-GB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 example, it is an architectural design issue whether a computer will have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multiply instruction. It is an organizational issue whether that instruction will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be implemented by a special multiply unit or by a mechanism that makes repeated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use of the add unit of the system. The organizational decision may be based on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anticipated frequency of use of the multiply instruction, the relative speed of the two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approaches, and the cost and physical size of a special multiply unit.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Historically, and still today, the distinction between architecture and organization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has been an important one. Many computer manufacturers offer a family of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 models, all with the same architecture but with differences in organization.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Consequently, the different models in the family have different price and performance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characteristics. Furthermore, a particular architecture may span many years and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encompass a number of different computer models, its organization changing with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changing technology.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8674719-171D-B949-8C83-D2F8F6712CF4}" type="slidenum">
              <a:rPr lang="en-US"/>
              <a:pPr/>
              <a:t>4</a:t>
            </a:fld>
            <a:endParaRPr lang="en-US" dirty="0"/>
          </a:p>
        </p:txBody>
      </p:sp>
      <p:sp>
        <p:nvSpPr>
          <p:cNvPr id="53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prominent example of both these phenomena is the IBM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System/370 architecture. This architecture was first introduced in 1970 and included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number of models. The customer with modest requirements could buy a cheaper,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slower model and, if demand increased, later upgrade to a more expensive, faster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model without having to abandon software that had already been developed. Over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years, IBM has introduced many new models with improved technology to replace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older models, offering the customer greater speed, lower cost, or both. These newer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models retained the same architecture so that the customer’s software investment was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protected. Remarkably, the System/370 architecture, with a few enhancements, has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survived to this day as the architecture of IBM’s mainframe product line.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C6B1C33-4E34-3D4C-B143-0332C5DBB7DE}" type="slidenum">
              <a:rPr lang="en-US"/>
              <a:pPr/>
              <a:t>5</a:t>
            </a:fld>
            <a:endParaRPr lang="en-US" dirty="0"/>
          </a:p>
        </p:txBody>
      </p:sp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computer is a complex system; contemporary computers contain millions of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Elementary electronic components. How, then, can one clearly describe them?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key is to recognize the hierarchical nature of most complex systems, including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computer [SIMO96]. A hierarchical system is a set of interrelated subsystems,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each of the latter, in turn, hierarchical in structure until we reach some lowest level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elementary subsystem.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hierarchical nature of complex systems is essential to both their design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their description. The designer need only deal with a particular level of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 at a time. At each level, the system consists of a set of components and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their interrelationships. The behavior at each level depends only on a simplified,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abstracted characterization of the system at the next lower level. At each level,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designer is concerned with structure and function:</a:t>
            </a:r>
          </a:p>
          <a:p>
            <a:endParaRPr lang="en-US" sz="4400" b="0" kern="1200" dirty="0" smtClean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Structure: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way in which the components are interrelated.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Function: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operation of each individual component as part of the structure.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terms of description, we have two choices: starting at the bottom and building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up to a complete description, or beginning with a top view and decomposing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 into its subparts. Evidence from a number of fields suggests that the top-down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approach is the clearest and most effective [WEIN75].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approach taken in this book follows from this viewpoint. The computer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 will be described from the top down. We begin with the major components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a computer, describing their structure and function, and proceed to successively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lower layers of the hierarchy. The remainder of this section provides a very brief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overview of this plan of attack.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C19CD7E-4F7A-9B44-863C-1B45C56F48EF}" type="slidenum">
              <a:rPr lang="en-US"/>
              <a:pPr/>
              <a:t>6</a:t>
            </a:fld>
            <a:endParaRPr lang="en-US" dirty="0"/>
          </a:p>
        </p:txBody>
      </p:sp>
      <p:sp>
        <p:nvSpPr>
          <p:cNvPr id="573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Both the structure and functioning of a computer are, in essence, simple. Figure 1.1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depicts the basic functions that a computer can perform. In general terms, there are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only four: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 Processing.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data may take a wide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variety of forms, and the range of processing requirements is broad. However, we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shall see that there are only a few fundamental methods or types of data processing.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 Storage.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Even if the computer is processing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 on the fly (i.e., data come in and get processed, and the results go out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immediately), the computer must temporarily store at least those pieces of data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that are being worked on at any given moment. Thus, there is at least a short-term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 storage function. Equally important, the computer performs a long-term data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storage function. Files of data are stored on the computer for subsequent retrieval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update.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 Movement. </a:t>
            </a:r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computer’s operating environment consists of devices that serve as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either sources or destinations of data. When data are received from or delivered to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device that is directly connected to the computer, the process is known as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input–</a:t>
            </a:r>
          </a:p>
          <a:p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output (I/O), and the device is referred to as a peripheral. When data are moved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over longer distances, to or from a remote device, the process is known as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</a:t>
            </a:r>
          </a:p>
          <a:p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communications.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Control. </a:t>
            </a:r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Within the computer, a control unit manages the computer’s resources and orchestrates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performance of its functional parts in response to those instructions.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We now look in a general way at the internal structure of a computer. We begin with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traditional computer with a single processor that employs a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microprogrammed</a:t>
            </a:r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 unit, then examine a typical multicore structure.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Figure 1.1 provides a hierarchical view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the internal structure of a traditional single-processor computer.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There are four main structural components: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Central processing unit (CPU):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Controls the operation of the computer and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performs its data processing functions; often simply referred to as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Main memory: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Stores data.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I/O: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Moves data between the computer and its external environment.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 interconnection: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Some mechanism that provides for communication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among CPU, main memory, and I/O. A common example of system interconnection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is by means of a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 bus,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consisting of a number of conducting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wires to which all the other components attach.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There may be one or more of each of the aforementioned components.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Traditionally, there has been just a single processor. In recent years, there has been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increasing use of multiple processors in a single computer. Some design issues relating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multiple processors crop up and are discussed as the text proceeds; Part Five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focuses on such computers.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Each of these components will be examined in some detail in Part Two.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However, for our purposes, the most interesting and in some ways the most complex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component is the CPU. Its major structural components are as follows: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 unit: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Controls the operation of the CPU and hence the computer.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Arithmetic and logic unit (ALU):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Performs the computer’s data processing</a:t>
            </a: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functions.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Registers: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Provides storage internal to the CPU.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CPU interconnection: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Some mechanism that provides for communication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among the control unit, ALU, and registers.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Part Three covers these components, where we will see that complexity is added by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use of parallel and pipelined organizational techniques. Finally, there are several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approaches to the implementation of the control unit; one common approach 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microprogrammed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 implementation. In essence, a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microprogrammed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control unit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operates by executing microinstructions that define the functionality of the control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unit. With this approach, the structure of the control unit can be depicted, as in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Figure 1.1. This structure is examined in Part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As was mentioned, contemporary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computers generally have multiple processors. When these processors all reside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on a single chip, the term multicore computer  is used, and each processing unit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(consisting of a control unit, ALU, registers, and perhaps cache) is called a core . To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clarify the terminology, this text will use the following definitions.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Central processing unit (CPU) : That portion of a computer that fetches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executes instructions. It consists of an ALU, a control unit, and registers. In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 with a single processing unit, it is often simply referred to as a processor 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Core : An individual processing unit on a processor chip. A core may be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equivalent in functionality to a CPU on a single-CPU system. Other specialized processing units, 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such as one optimized for vector and matrix operations, are also referred to as cores.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Processor:  A physical piece of silicon containing one or more cores.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 is the computer component that interprets and executes instructions.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If a processor contains multiple cores, it is referred to as a multicore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 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After about a decade of discussion, there is broad industry consensus on this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7983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Another prominent feature of contemporary computers is the use of multiple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layers of memory, called cache memory , between the processor and main memory.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Chapter 4 is devoted to the topic of cache memory. For our purposes in this section,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we simply note that a cache memory is smaller and faster than main memory and 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used to speed up memory access by placing in the cache, data from main memory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that is likely to be used in the near future. A greater performance improvement may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be obtained by using multiple levels of cache, with level 1 (L1) closest to the core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additional levels (L2, L3, and so on) progressively farther from the core. In this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scheme, level n  is smaller and faster than level n + 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2321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Figure 1.2 is a simplified view of the principal components of a typical multicore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computer. Most computers, including embedded computers in smartphones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tablets, plus personal computers, laptops, and workstations, are housed on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motherboard. Before describing this arrangement, we need to define some terms.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printed circuit board  is a rigid, flat board that holds and interconnects chips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other electronic components. The board is made of layers, typically two to ten,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that interconnect components via copper pathways that are etched into the board.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main printed circuit board (PCB) in a computer is called a system board 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motherboard , while smaller ones that plug into the slots in the main board are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called expansion boards.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most prominent elements on the motherboard are the chips. A chip  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single piece of semiconducting material, typically silicon, upon which electronic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circuits and logic gates are fabricated. The resulting product is referred to as an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integrated circuit 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The motherboard contains a slot or socket for the processor chip, which typically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contains multiple individual cores, in what is known as a multicore processor 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There are also slots for memory chips, I/O controller chips, and other key computer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components. For desktop computers, expansion slots enable the inclusion of more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components on expansion boards. Thus, a modern motherboard connects only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few individual chip components, with each chip containing from a few thousand up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hundreds of millions of transistors.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Figure 1.2 shows a processor chip that contains eight cores and an L3 cache.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Not shown is the logic required to control operations between the cores and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cache and between the cores and the external circuitry on the motherboard.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figure indicates that the L3 cache occupies two distinct portions of the chip surface.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However, typically, all cores have access to the entire L3 cache via the aforementioned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 circuits. The processor chip shown in Figure 1.2 does not represent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any specific product, but provides a general idea of how such chips are laid out.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Next, we zoom in on the structure of a single core, which occupies a portion of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processor chip. In general terms, the functional elements of a core are: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Instruction logic:  This includes the tasks involved in fetching instructions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decoding each instruction to determine the instruction operation and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memory locations of any operands.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Arithmetic and logic unit (ALU):  Performs the operation specified by an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instruction.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Load/store logic:  Manages the transfer of data to and from main memory via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cache.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core also contains an L1 cache, split between an instruction cache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(I-cache) that is used for the transfer of instructions to and from main memory,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 L1 data cache, for the transfer of operands and results. Typically, today’s processor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chips also include an L2 cache as part of the core. In many cases, this cache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is also split between instruction and data caches, although a combined, single L2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cache is also used.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Keep in mind that this representation of the layout of the core is only intended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give a general idea of internal core structure. In a given product, the functional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elements may not be laid out as the three distinct elements shown in Figure 1.2,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especially if some or all of these functions are implemented as part of a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microprogrammed</a:t>
            </a:r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48781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It will be instructive to look at some real-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world examples that illustrate the hierarchical structure of computers. 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Figure 1.3 is a photograph of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motherboard for a computer built around two Intel Quad-Core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Xeon processor chips. Many of the elements labeled on the photograph are discussed subsequently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this book. Here, we mention the most important, in addition to the processor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sockets: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PCI-Express slots for a high-end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display adapter and for additional peripherals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(Section 3.6 describes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PCIe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).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Ethernet controller and Ethernet ports for network connections.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USB sockets for peripheral devices.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Serial ATA (SATA) sockets for connection to disk memory (Section 7.7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discusses Ethernet, USB, and SATA).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Interfaces for DDR (double data rate) main memory chips (Section 5.3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discusses DDR).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Intel 3420 chipset is an I/O controller for direct memory access operations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between peripheral devices and main memory (Section 7.5 discusses DDR).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1619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Following our top-down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strategy, as illustrated in Figures 1.1 and 1.2, we can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now zoom in and look at the internal structure of a processor chip. For variety, we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look at an IBM chip instead of the Intel processor chip. Figure 1.4 is a photograph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the processor chip for the IBM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zEnterprise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EC12 mainframe computer. This chip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has 2.75 billion transistors. The superimposed labels indicate how the silicon real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estate of the chip is allocated. We see that this chip has six cores, or processors.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addition, there are two large areas labeled L3 cache, which are shared by all six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processors. The L3 control logic controls traffic between the L3 cache and the cores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between the L3 cache and the external environment. Additionally, there is storage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 (SC) logic between the cores and the L3 cache. The memory controller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(MC) function controls access to memory external to the chip. The GX I/O bus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controls the interface to the channel adapters accessing the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57132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Going down one level deeper, we examine the internal structure of a single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core, as shown in the photograph of Figure 1.5. Keep in mind that this is a portion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the silicon surface area making up a single-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 chip. The main sub-areas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within this core area are the following: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ISU (instruction sequence unit): Determines the sequence in which instructions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are executed in what is referred to as a superscalar architecture (Chapter 16).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IFU (instruction fetch unit): Logic for fetching instructions.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IDU (instruction decode unit): The IDU is fed from the IFU buffers, and 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responsible for the parsing and decoding of all z/Architecture operation codes.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LSU (load-store unit): The LSU contains the 96-kB L1 data cache1, and manages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 traffic between the L2 data cache and the functional execution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units. It is responsible for handling all types of operand accesses of all lengths,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modes, and formats as defined in the z/Architecture.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XU (translation unit): This unit translates logical addresses from instructions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into physical addresses in main memory. The XU also contains a translation</a:t>
            </a:r>
          </a:p>
          <a:p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lookaside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buffer (TLB) used to speed up memory access. TLBs are discussed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Chapter 8.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FXU (fixed-point unit): The FXU executes fixed-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point arithmetic operations.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BFU (binary floating-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point unit): The BFU handles all binary and hexadecimal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Floating-point operations, as well as fixed-point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multiplication operations.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DFU (decimal floating-point unit): The DFU handles both fixed-point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floating-point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operations on numbers that are stored as decimal digits.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RU (recovery unit): The RU keeps a copy of the complete state of the system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that includes all registers, collects hardware fault signals, and manages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hardware recovery actions.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COP (dedicated co-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processor): The COP is responsible for data compression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encryption functions for each core.</a:t>
            </a: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I-cache: This is a 64-kB L1 instruction cache, allowing the IFU to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prefetch</a:t>
            </a:r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instructions before they are needed.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L2 control: This is the control logic that manages the traffic through the two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L2 caches.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Data- L2: A 1-MB L2 data cache for all memory traffic other than instructions.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Instr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L2: A 1-MB L2 instruction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07047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302DEA2-F8D7-C549-B179-963DC37A15CB}" type="slidenum">
              <a:rPr lang="en-US"/>
              <a:pPr/>
              <a:t>16</a:t>
            </a:fld>
            <a:endParaRPr lang="en-US" dirty="0"/>
          </a:p>
        </p:txBody>
      </p:sp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first generation of computers used vacuum tubes for digital logic elements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memory. A number of research and then commercial computers were built using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vacuum tubes. For our purposes, it will be instructive to examine perhaps the most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famous first-generation computer, known as the IAS computer.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fundamental design approach first implemented in the IAS computer 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known as the stored-program concept . This idea is usually attributed to the mathematician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John von Neumann. Alan Turing developed the idea at about the same time.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first publication of the idea was in a 1945 proposal by von Neumann for a new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computer, the EDVAC (Electronic Discrete Variable Computer).3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1946, von Neumann and his colleagues began the design of a new stored-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program computer, referred to as the IAS computer, at the Princeton Institute for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Advanced Studies. The IAS computer, although not completed until 1952, is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prototype of all subsequent general-purpose computers.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8403C2-765D-404C-AB4A-99BCCA5A6DC8}" type="slidenum">
              <a:rPr lang="en-US"/>
              <a:pPr/>
              <a:t>17</a:t>
            </a:fld>
            <a:endParaRPr lang="en-US" dirty="0"/>
          </a:p>
        </p:txBody>
      </p:sp>
      <p:sp>
        <p:nvSpPr>
          <p:cNvPr id="645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Figure 1.6 shows the general structure of the IAS computer (compare with Figure 1.1).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 It consists of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A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main memory,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which stores both data and instructions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An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arithmetic and logic unit (ALU)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capable of operating on binary data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A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control unit,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which interprets the instructions in memory and causes them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be executed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Input/output (I/O)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equipment operated by the control unit</a:t>
            </a:r>
          </a:p>
          <a:p>
            <a:endParaRPr kumimoji="1" lang="en-US" sz="1200" b="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This structure was outlined in von Neumann’s earlier proposal, which is worth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quoting in part at this point [VONN45]: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	2.2 First:  Since the device is primarily a computer, it will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have to perform the elementary operations of arithmetic most frequently.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These are addition, subtraction, multiplication, and division.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It is therefore reasonable that it should contain specialized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organs for just these operations.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	It must be observed, however, that while this principle as such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is probably sound, the specific way in which it is realized requires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close scrutiny. At any rate a central arithmetical  part of the device will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probably have to exist, and this constitutes the first specific part: CA 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	2.3 Second:  The logical control of the device, that is,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proper sequencing of its operations, can be most efficiently carried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out by a central control organ. If the device is to be elastic 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that is, as nearly as possible all purpose , then a distinction must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be made between the specific instructions given for and defining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particular problem, and the general control organs that see to 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that these instructions—no matter what they are—are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carried out. The former must be stored in some way; the latter are represented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by definite operating parts of the device. By the central control  we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mean this latter function only, and the organs that perform it form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second specific part: CC 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	2.4 Third:  Any device that is to carry out long and complicated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sequences of operations (specifically of calculations) must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have a considerable memory . . 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	The instructions which govern a complicated problem may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constitute considerable material, particularly so, if the code is circumstantial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(which it is in most arrangements). This material must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be remembered.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	 At any rate, the total memory  constitutes the third specific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part of the device: M.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	 2.6 The three specific parts CA, CC (together C), and M correspond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the associative  neurons in the human nervous system. 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remains to discuss the equivalents of the sensory  or afferent  and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motor  or efferent  neurons. These are the input  and output  organs of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device. The device must be endowed with the ability to maintain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input and output (sensory and motor) contact with some specific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medium of this type. The medium will be called the outside recording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medium of the device: R 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	2.7 Fourth:  The device must have organs to transfer information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from R into its specific parts C and M. These organs form its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input , the fourth specific part: I . It will be seen that it is best to make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all transfers from R (by I) into M and never directly from C.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	2.8 Fifth:  The device must have organs to transfer from its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specific parts C and M into R. These organs form its output ,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fifth specific part: O . It will be seen that it is again best to make all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transfers from M (by O) into R, and never directly from C.</a:t>
            </a:r>
            <a:endParaRPr lang="en-GB" b="0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28FD58E-35E8-E546-955F-066F4D125A80}" type="slidenum">
              <a:rPr lang="en-US"/>
              <a:pPr/>
              <a:t>18</a:t>
            </a:fld>
            <a:endParaRPr lang="en-US" dirty="0"/>
          </a:p>
        </p:txBody>
      </p:sp>
      <p:sp>
        <p:nvSpPr>
          <p:cNvPr id="655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With rare exceptions, all of today’s computers have this same general structure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function and are thus referred to as von Neumann machines . Thus, it is worthwhile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at this point to describe briefly the operation of the IAS computer [BURK46,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GOLD54]. Following [HAYE98], the terminology and notation of von Neumann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are changed in the following to conform more closely to modern usage; the examples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accompanying this discussion are based on that latter text.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memory of the IAS consists of 4,096 storage locations, called words , of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40 binary digits (bits) each.6  Both data and instructions are stored there. Numbers are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represented in binary form, and each instruction is a binary code. Figure 1.7 illustrates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these formats. Each number is represented by a sign bit and a 39-bit value. A word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may alternatively contain two 20-bit instructions, with each instruction consisting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an 8-bit operation code (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opcode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) specifying the operation to be performed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12-bit address designating one of the words in memory (numbered from 0 to 999).</a:t>
            </a:r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control unit operates the IAS by fetching instructions from memory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executing them one at a time. We explain these operations with reference to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Figure 1.6. This figure reveals that both the control unit and the ALU contain storage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locations, called registers , defined as follows:</a:t>
            </a:r>
          </a:p>
          <a:p>
            <a:endParaRPr lang="en-US" dirty="0" smtClean="0"/>
          </a:p>
          <a:p>
            <a:r>
              <a:rPr lang="en-US" dirty="0" smtClean="0"/>
              <a:t>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Memory buffer register (MBR):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Contains a word to be stored in memory or sent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the I/O unit, or is used to receive a word from memory or from the I/O unit.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Memory address register (MAR):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Specifies the address in memory of the word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be written from or read into the MBR.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Instruction register (IR ):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Contains the 8-bit opcode instruction being executed.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Instruction buffer register (IBR):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Employed to hold temporarily the right-hand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instruction from a word in memory.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Program counter (PC):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Contains the address of the next instruction pair to be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fetched from memory.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Accumulator (AC) and multiplier quotient (MQ):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Employed to hold temporarily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operands and results of ALU operations. For example, the result of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multiplying two 40-bit numbers is an 80-bit number; the most significant 40 bits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are stored in the AC and the least significant in the MQ.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IAS operates by repetitively performing an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instruction cycle,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as shown in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Figure 1.8. Each instruction cycle consists of two sub-cycles. During the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fetch cycle,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opcode of the next instruction is loaded into the IR and the address portion is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loaded into the MAR. This instruction may be taken from the IBR, or it can be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obtained from memory by loading a word into the MBR, and then down to the IBR,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IR, and MAR.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Why the indirection? These operations are controlled by electronic circuitry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and result in the use of data paths. To simplify the electronics, there is only one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register that is used to specify the address in memory for a read or write and only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one register used for the source or destination.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Once the opcode is in the IR, the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execute cycle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is performed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. Control circuitry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interprets the opcode and executes the instruction by sending out the appropriate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control signals to cause data to be moved or an operation to be performed by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IAS computer had a total of 21 instructions, which are listed in Table 1.1.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These can be grouped as follows: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Data transfer: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Move data between memory and ALU registers or between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two ALU registers.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Unconditional branch: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Normally, the control unit executes instructions in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sequence from memory. This sequence can be changed by a branch instruction,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which facilitates repetitive operations.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Conditional branch: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branch can be made dependent on a condition, thus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allowing decision points.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Arithmetic: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Operations performed by the ALU.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Address modify: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Permits addresses to be computed in the ALU and then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inserted into instructions stored in memory. This allows a program considerable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addressing flexibility.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Table 1.1 presents instructions in a symbolic, easy-to-read form. Actually,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each instruction must conform to the format of Figure 1.7b. The opcode portion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(first 8 bits) specifies which of the 21 instructions is to be executed. The address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portion (remaining 12 bits) specifies which of the 4,096 memory locations is to be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involved in the execution of the instruction.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302DEA2-F8D7-C549-B179-963DC37A15CB}" type="slidenum">
              <a:rPr lang="en-US"/>
              <a:pPr/>
              <a:t>22</a:t>
            </a:fld>
            <a:endParaRPr lang="en-US" dirty="0"/>
          </a:p>
        </p:txBody>
      </p:sp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first major change in the electronic computer came with the replacement of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vacuum tube by the transistor. The transistor is smaller, cheaper, and dissipates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less heat than a vacuum tube but can be used in the same way as a vacuum tube to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construct computers. Unlike the vacuum tube, which requires wires, metal plates, 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glass capsule, and a vacuum, the transistor is a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solid-state device, </a:t>
            </a:r>
            <a:r>
              <a:rPr kumimoji="1" lang="en-US" sz="1200" i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made from silicon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The transistor was invented at Bell Labs in 1947 and by the 1950s had launched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 electronic revolution. It was not until the late 1950s, however, that fully transistorized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computers were commercially available. The use of the transistor defines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second generation  of computers.</a:t>
            </a:r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DC87B7E-A7A7-0248-A667-EB469C7EC785}" type="slidenum">
              <a:rPr lang="en-US"/>
              <a:pPr/>
              <a:t>23</a:t>
            </a:fld>
            <a:endParaRPr lang="en-US" dirty="0"/>
          </a:p>
        </p:txBody>
      </p:sp>
      <p:sp>
        <p:nvSpPr>
          <p:cNvPr id="696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It has become widely accepted to classify computers into generations based on the fundamental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hardware technology employed (Table 1.2). Each new generation is characterized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by greater processing performance, larger memory capacity, and smaller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size than the previous one.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5EB77A8-3D3D-AD4D-A219-1AF8D83B047D}" type="slidenum">
              <a:rPr lang="en-US"/>
              <a:pPr/>
              <a:t>24</a:t>
            </a:fld>
            <a:endParaRPr lang="en-US" dirty="0"/>
          </a:p>
        </p:txBody>
      </p:sp>
      <p:sp>
        <p:nvSpPr>
          <p:cNvPr id="70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But there are other changes as well. The second generation saw the introduction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of more complex arithmetic and logic units and control units, the use of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high-level programming languages, and the provision of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system software </a:t>
            </a:r>
            <a:r>
              <a:rPr kumimoji="1" lang="en-US" sz="1200" i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with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computer. In broad terms, system software provided the ability to load programs,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move data to peripherals, and libraries to perform common computations, similar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what modern operating systems like Windows and Linux do.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It will be useful to examine an important member of the second generation: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IBM 7094 [BELL71]. From the introduction of the 700 series in 1952 to the introduction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the last member of the 7000 series in 1964, this IBM product line underwent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 evolution that is typical of computer products. Successive members of the product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line showed increased performance, increased capacity, and/or lower cost.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Also, over the lifetime of this series of computers, the relative speed of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CPU increased by a factor of 50. Speed improvements are achieved by improved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electronics (e.g., a transistor implementation is faster than a vacuum tube implementation)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more complex circuitry. For example, the IBM 7094 includes an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Instruction Backup Register, used to buffer the next instruction. The control unit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fetches two adjacent words from memory for an instruction fetch. Except for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occurrence of a branching instruction, which is relatively infrequent (perhaps 10 to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15%), this means that the control unit has to access memory for an instruction 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only half the instruction cycles. This prefetching significantly reduces the average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instruction cycle time.</a:t>
            </a:r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Figure 1.9 shows a large (many peripherals) configuration for an IBM 7094,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which is representative of second-generation computers. Several differences from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IAS computer are worth noting. The most important of these is the use of data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channels . A data channel is an independent I/O module with its own processor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instruction set. In a computer system with such devices, the CPU does not execute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detailed I/O instructions. Such instructions are stored in a main memory to be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executed by a special-purpose processor in the data channel itself. The CPU initiates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 I/O transfer by sending a control signal to the data channel, instructing it to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execute a sequence of instructions in memory. The data channel performs its task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independently of the CPU and signals the CPU when the operation is complete.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This arrangement relieves the CPU of a considerable processing burden.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Another new feature is the multiplexor , which is the central termination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point for data channels, the CPU, and memory. The multiplexor schedules access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the memory from the CPU and data channels, allowing these devices to act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independently.</a:t>
            </a:r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302DEA2-F8D7-C549-B179-963DC37A15CB}" type="slidenum">
              <a:rPr lang="en-US"/>
              <a:pPr/>
              <a:t>26</a:t>
            </a:fld>
            <a:endParaRPr lang="en-US" dirty="0"/>
          </a:p>
        </p:txBody>
      </p:sp>
      <p:sp>
        <p:nvSpPr>
          <p:cNvPr id="61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 single, self-contained transistor is called a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discrete component. </a:t>
            </a:r>
            <a:r>
              <a:rPr kumimoji="1" lang="en-US" sz="1200" i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Throughout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1950s and early 1960s, electronic equipment was composed largely of discrete components—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transistors, resistors, capacitors, and so on. Discrete components were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manufactured separately, packaged in their own containers, and soldered or wired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together onto masonite-like circuit boards, which were then installed in computers,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oscilloscopes, and other electronic equipment. Whenever an electronic device called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for a transistor, a little tube of metal containing a pinhead-sized piece of silicon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had to be soldered to a circuit board. The entire manufacturing process, from transistor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circuit board, was expensive and cumbersome.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These facts of life were beginning to create problems in the computer industry.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Early second-generation computers contained about 10,000 transistors. This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figure grew to the hundreds of thousands, making the manufacture of newer, more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powerful machines increasingly difficult.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 1958 came the achievement that revolutionized electronics and started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era of microelectronics: the invention of the integrated circuit. It is the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integrated</a:t>
            </a:r>
          </a:p>
          <a:p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circuit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that defines the third generation of computers. In this section, we provide 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brief introduction to the technology of integrated circuits. Then we look at perhaps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two most important members of the third generation, both of which were introduced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at the beginning of that era: the IBM System/360 and the DEC PDP-8.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B8B031C-88DC-764F-B5BB-6ABD6943D909}" type="slidenum">
              <a:rPr lang="en-US"/>
              <a:pPr/>
              <a:t>27</a:t>
            </a:fld>
            <a:endParaRPr lang="en-US" dirty="0"/>
          </a:p>
        </p:txBody>
      </p:sp>
      <p:sp>
        <p:nvSpPr>
          <p:cNvPr id="716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Microelectronics means, literally, “small electronics.” Since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beginnings of digital electronics and the computer industry, there has been 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persistent and consistent trend toward the reduction in size of digital electronic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circuits. Before examining the implications and benefits of this trend, we need to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say something about the nature of digital electronics. A more detailed discussion is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found in Chapter 11.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basic elements of a digital computer, as we know, must perform storage,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movement, processing, and control functions. Only two fundamental types of components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are required (Figure 1.10): gates and memory cells. A gate is a device that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implements a simple Boolean or logical function, such as IF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 AND B ARE TRUE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THEN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 IS TRUE (AND gate). Such devices are called gates because they control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data flow in much the same way that canal gates control the flow of water.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memory cell is a device that can store one bit of data; that is, the device can be in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one of two stable states at any time. By interconnecting large numbers of these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fundamental devices, we can construct a computer.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We can relate this to our four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basic functions as follows: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Data storage: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Provided by memory cells.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Data processing: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Provided by gates.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Data movement: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paths among components are used to move data from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memory to memory and from memory through gates to memory.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Control: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paths among components can carry control signals. For example,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 gate will have one or two data inputs plus a control signal input that activates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gate. When the control signal is ON, the gate performs its function on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data inputs and produces a data output. Similarly, the memory cell will store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bit that is on its input lead when the WRITE control signal is ON and will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place the bit that is in the cell on its output lead when the READ control signal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is ON.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Thus, a computer consists of gates, memory cells, and interconnections among these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elements. The gates and memory cells are, in turn, constructed of simple digital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electronic components.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integrated circuit exploits the fact that such components as transistors,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resistors, and conductors can be fabricated from a semiconductor such as silicon.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It is merely an extension of the solid-state art to fabricate an entire circuit in a tiny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piece of silicon rather than assemble discrete components made from separate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pieces of silicon into the same circuit. Many transistors can be produced at the same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time on a single wafer of silicon. Equally important, these transistors can be connected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with a process of metallization to form circuits.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Figure 1.11 depicts the key concepts in an integrated circuit. A thin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wafer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of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silicon is divided into a matrix of small areas, each a few millimeters square.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identical circuit pattern is fabricated in each area, and the wafer is broken up into</a:t>
            </a:r>
          </a:p>
          <a:p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chips.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Each chip consists of many gates and/or memory cells plus a number of input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and output attachment points. This chip is then packaged in housing that protects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it and provides pins for attachment to devices beyond the chip. A number of these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packages can then be interconnected on a printed circuit board to produce larger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and more complex circuits.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Initially, only a few gates or memory cells could be reliably manufactured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and packaged together. These early integrated circuits are referred to as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small scale</a:t>
            </a:r>
          </a:p>
          <a:p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Integration </a:t>
            </a:r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(SSI). As time went on, it became possible to pack more and more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Components on the same chip. This growth in density is illustrated in Figure 1.12; it is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one of the most remarkable technological trends ever recorded. 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This figure reflects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famous Moore’s law, which was propounded by Gordon Moore, cofounder of Intel,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1965 [MOOR65]. Moore observed that the number of transistors that could be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put on a single chip was doubling every year and correctly predicted that this pace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would continue into the near future. To the surprise of many, including Moore,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pace continued year after year and decade after decade. The pace slowed to a doubling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every 18 months in the 1970s but has sustained that rate ever since.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560E96-BBD6-D646-9A0C-7A699AC6A9BD}" type="slidenum">
              <a:rPr lang="en-US"/>
              <a:pPr/>
              <a:t>31</a:t>
            </a:fld>
            <a:endParaRPr lang="en-US" dirty="0"/>
          </a:p>
        </p:txBody>
      </p:sp>
      <p:sp>
        <p:nvSpPr>
          <p:cNvPr id="73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consequences of Moore’s law are profound: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1. The cost of a chip has remained virtually unchanged during this period of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rapid growth in density. This means that the cost of computer logic and memory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circuitry has fallen at a dramatic rate.</a:t>
            </a:r>
          </a:p>
          <a:p>
            <a:endParaRPr kumimoji="1" lang="en-US" sz="1200" b="1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2. Because logic and memory elements are placed closer together on more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densely packed chips, the electrical path length is shortened, increasing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operating speed.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3. The computer becomes smaller, making it more convenient to place in 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variety of environments.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4. There is a reduction in power and cooling requirements.</a:t>
            </a:r>
          </a:p>
          <a:p>
            <a:endParaRPr kumimoji="1" lang="en-US" sz="1200" b="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5. The interconnections on the integrated circuit are much more reliable than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solder connections. With more circuitry on each chip, there are fewer interchip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connections.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By 1964, IBM had a firm grip on the computer market with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its 7000 series of machines. In that year, IBM announced the System/360, a new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family of computer products. Although the announcement itself was no surprise, it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contained some unpleasant news for current IBM customers: the 360 product line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was incompatible with older IBM machines. Thus, the transition to the 360 would be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difficult for the current customer base. This was a bold step by IBM, but one IBM felt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was necessary to break out of some of the constraints of the 7000 architecture and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produce a system capable of evolving with the new integrated circuit technology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[PADE81, GIFF87]. The strategy paid off both financially and technically. The 360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was the success of the decade and cemented IBM as the overwhelmingly dominant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computer vendor, with a market share above 70%. And, with some modifications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and extensions, the architecture of the 360 remains to this day the architecture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of IBM’s mainframe computers. Examples using this architecture can be found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throughout this text.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System/360 was the industry’s first planned family of computers.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family covered a wide range of performance and cost. The models were compatible in the sense that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 program written for one model should be capable of being executed by another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model in the series, with only a difference in the time it takes to execute.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concept of a family of compatible computers was both novel and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extremely successful. A customer with modest requirements and a budget to match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could start with the relatively inexpensive Model 30. Later, if the customer’s needs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grew, it was possible to upgrade to a faster machine with more memory without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sacrificing the investment in already-developed software. The characteristics of 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family are as follows: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Similar or identical instruction set: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 many cases, the exact same set of machine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instructions is supported on all members of the family. Thus, a program that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executes on one machine will also execute on any other. In some cases,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lower end of the family has an instruction set that is a subset of that of the top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end of the family. This means that programs can move up but not down.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Similar or identical operating system: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same basic operating system is</a:t>
            </a: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available for all family members. In some cases, additional features are added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the higher-end members.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Increasing speed: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rate of instruction execution increases in going from</a:t>
            </a: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lower to higher family members.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Increasing number of I /O ports: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number of I/O ports increases in going</a:t>
            </a: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from lower to higher family members.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Increasing memory size: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size of main memory increases in going from</a:t>
            </a: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lower to higher family members.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• </a:t>
            </a:r>
            <a:r>
              <a:rPr kumimoji="1" lang="en-US" sz="1200" b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Increasing cost: </a:t>
            </a:r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At a given point in time, the cost of a system increases in going</a:t>
            </a:r>
          </a:p>
          <a:p>
            <a:r>
              <a:rPr kumimoji="1" lang="en-US" sz="1200" b="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from lower to higher family members.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How could such a family concept be implemented? Differences were achieved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based on three factors: basic speed, size, and degree of simultaneity [STEV64]. For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example, greater speed in the execution of a given instruction could be gained by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use of more complex circuitry in the ALU, allowing </a:t>
            </a:r>
            <a:r>
              <a:rPr kumimoji="1" lang="en-US" sz="1200" kern="1200" baseline="0" dirty="0" err="1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suboperations</a:t>
            </a:r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 to be carried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out in parallel. Another way of increasing speed was to increase the width of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data path between main memory and the CPU. On the Model 30, only 1 byte (8 bits)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could be fetched from main memory at a time, whereas 8 bytes could be fetched at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 time on the Model 75.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System/360 not only dictated the future course of IBM but also had 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profound impact on the entire industry. Many of its features have become standard on 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other large computers.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413023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E6CBC27-C47F-FE4C-AAB2-D4E8A3D6C6BF}" type="slidenum">
              <a:rPr lang="en-US"/>
              <a:pPr/>
              <a:t>34</a:t>
            </a:fld>
            <a:endParaRPr lang="en-US" dirty="0"/>
          </a:p>
        </p:txBody>
      </p:sp>
      <p:sp>
        <p:nvSpPr>
          <p:cNvPr id="778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the same year that IBM shipped its first System/360, another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momentous first shipment occurred: PDP-8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from Digital Equipment Corporation(DEC). At a time when the average 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 required an air-conditioned room, the PDP-8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(dubbed a minicomputer by the industry, after the miniskirt of the day)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was small enough that it could be placed on top of a lab bench or be built into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other equipment. It could not do everything the mainframe could, but at $16,000, 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was cheap enough for each lab technician to have one. In contrast, the System/360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series of mainframe computers introduced just a few months before cost hundreds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thousands of dollars.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low cost and small size of the PDP-8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enabled another manufacturer to purchase a PDP-8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integrate it into a total system for resale. These other manufacturers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came to be known as original equipment manufacturers (OEMs) , and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OEM market became and remains a major segment of the computer marketplace.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contrast to the central-switched architecture (Figure 1.9) used by IBM on its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700/7000 and 360 systems, later models of the PDP-8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used a structure that became virtually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universal for microcomputers: the bus structure. This is illustrated in Figure 1.13.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PDP-8 bus, called the Omnibus, consists of 96 separate signal paths, used to carry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control, address, and data signals. Because all system components share a common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set of signal paths, their use can be controlled by the CPU. This architecture is highly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flexible, allowing modules to be plugged into the bus to create various configurations.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It is only in recent years that the bus structure has given way to a structure known as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Point-to-point interconnect, described in Chapter 3.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Beyond the third generation there is less general agreement on defining generations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of computers. Table 1.2 suggests that there have been a number of later generations,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based on advances in integrated circuit technology. With the introduction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of large-scale integration (LSI), more than 1000 components can be placed on 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single integrated circuit chip. Very-large-scale integration (VLSI) achieved more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than 10,000 components per chip, while current ultra-large-scale integration (ULSI)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chips can contain more than one billion components.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With the rapid pace of technology, the high rate of introduction of new products,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the importance of software and communications as well as hardware,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classification by generation becomes less clear and less meaningful. In this section,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we mention two of the most important of developments in later generations.</a:t>
            </a:r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B775837-BA97-264F-BC10-02C45904A722}" type="slidenum">
              <a:rPr lang="en-US"/>
              <a:pPr/>
              <a:t>36</a:t>
            </a:fld>
            <a:endParaRPr lang="en-US" dirty="0"/>
          </a:p>
        </p:txBody>
      </p:sp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first application of integrated circuit technology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computers was construction of the processor (the control unit and the arithmetic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and logic unit) out of integrated circuit chips. But it was also found that this same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technology could be used to construct memories.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 the 1950s and 1960s, most computer memory was constructed from tiny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rings of ferromagnetic material, each about a sixteenth of an inch in diameter. These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rings were strung up on grids of fine wires suspended on small screens inside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computer. Magnetized one way, a ring (called a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core) represented a one; magnetized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other way, it stood for a zero. Magnetic-core memory was rather fast; it took as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little as a millionth of a second to read a bit stored in memory. But it was expensive,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bulky, and used destructive readout: The simple act of reading a core erased the data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stored in it. It was therefore necessary to install circuits to restore the data as soon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as it had been extracted.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Then, in 1970, Fairchild produced the first relatively capacious semiconductor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memory. This chip, about the size of a single core, could hold 256 bits of memory. It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was nondestructive and much faster than core. It took only 70 billionths of a second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read a bit. However, the cost per bit was higher than for that of core.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 1974, a seminal event occurred: The price per bit of semiconductor memory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dropped below the price per bit of core memory. Following this, there has been a continuing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and rapid decline in memory cost accompanied by a corresponding increase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 physical memory density. This has led the way to smaller, faster machines with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memory sizes of larger and more expensive machines from just a few years earlier.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Developments in memory technology, together with developments in processor technology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be discussed next, changed the nature of computers in less than a decade.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Although bulky, expensive computers remain a part of the landscape, the computer has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also been brought out to the “end user,” with office machines and personal computers.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Since 1970, semiconductor memory has been through 13 generations: 1K, 4K,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16K, 64K, 256K, 1M, 4M, 16M, 64M, 256M, 1G, 4G, and, as of this writing, 8 Gb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on a single chip (1K = 2</a:t>
            </a:r>
            <a:r>
              <a:rPr kumimoji="1" lang="en-US" sz="1200" kern="1200" baseline="3000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10</a:t>
            </a:r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, 1M = 2</a:t>
            </a:r>
            <a:r>
              <a:rPr kumimoji="1" lang="en-US" sz="1200" kern="1200" baseline="3000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20</a:t>
            </a:r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, 1G = 2</a:t>
            </a:r>
            <a:r>
              <a:rPr kumimoji="1" lang="en-US" sz="1200" kern="1200" baseline="3000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30</a:t>
            </a:r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). Each generation has provided four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times the storage density of the previous generation, accompanied by declining cost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per bit and declining access time.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Densities are projected to reach 16 Gb by 2018 and 32 Gb by 2023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[ITRS14].</a:t>
            </a:r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815914A-FB8D-7040-B9F1-BC6F3DDB3AB8}" type="slidenum">
              <a:rPr lang="en-US"/>
              <a:pPr/>
              <a:t>37</a:t>
            </a:fld>
            <a:endParaRPr lang="en-US" dirty="0"/>
          </a:p>
        </p:txBody>
      </p:sp>
      <p:sp>
        <p:nvSpPr>
          <p:cNvPr id="79874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5" name="Rectangle 1027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Just as the density of elements on memory chips has continued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to rise, so has the density of elements on processor chips. As time went on, more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and more elements were placed on each chip, so that fewer and fewer chips were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needed to construct a single computer processor.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 breakthrough was achieved in 1971, when Intel developed its 4004.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4004 was the first chip to contain </a:t>
            </a:r>
            <a:r>
              <a:rPr kumimoji="1" lang="en-US" sz="1200" i="1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all of the components of a CPU on a single chip: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microprocessor was born.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4004 can add two 4-bit numbers and can multiply only by repeated addition.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By today’s standards, the 4004 is hopelessly primitive, but it marked the beginning of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 continuing evolution of microprocessor capability and power.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This evolution can be seen most easily in the number of bits that the processor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deals with at a time. There is no clear-cut measure of this, but perhaps the best measure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is the data bus width: the number of bits of data that can be brought into or sent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out of the processor at a time. Another measure is the number of bits in the accumulator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or in the set of general-purpose registers. Often, these measures coincide, but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not always. For example, a number of microprocessors were developed that operate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on 16-bit numbers in registers but can only read and write 8 bits at a time.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The next major step in the evolution of the microprocessor was the introduction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 1972 of the Intel 8008. This was the first 8-bit microprocessor and was almost twice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as complex as the 4004.</a:t>
            </a:r>
          </a:p>
          <a:p>
            <a:endParaRPr kumimoji="1" lang="en-US" sz="1200" kern="1200" baseline="0" dirty="0" smtClean="0">
              <a:solidFill>
                <a:schemeClr val="tx1"/>
              </a:solidFill>
              <a:latin typeface="Times New Roman" pitchFamily="-110" charset="0"/>
              <a:ea typeface="+mn-ea"/>
              <a:cs typeface="+mn-cs"/>
            </a:endParaRP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Neither of these steps was to have the impact of the next major event: the introduction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in 1974 of the Intel 8080. This was the first general-purpose microprocessor.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Whereas the 4004 and the 8008 had been designed for specific applications, the 8080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was designed to be the CPU of a general-purpose microcomputer. Like the 8008, the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8080 is an 8-bit microprocessor. The 8080, however, is faster, has a richer instruction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set, and has a large addressing capability.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About the same time, 16-bit microprocessors began to be developed. However, it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was not until the end of the 1970s that powerful, general-purpose 16-bit microprocessors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appeared. One of these was the 8086. The next step in this trend occurred in 1981,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when both Bell Labs and Hewlett-Packard developed 32-bit, single-</a:t>
            </a:r>
          </a:p>
          <a:p>
            <a:r>
              <a:rPr kumimoji="1" lang="en-US" sz="1200" kern="1200" baseline="0" dirty="0" smtClean="0">
                <a:solidFill>
                  <a:schemeClr val="tx1"/>
                </a:solidFill>
                <a:latin typeface="Times New Roman" pitchFamily="-110" charset="0"/>
                <a:ea typeface="+mn-ea"/>
                <a:cs typeface="+mn-cs"/>
              </a:rPr>
              <a:t>chip microprocessors. Intel introduced its own 32-bit microprocessor, the 80386, in 1985 (Table 1.3).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/>
              <a:t>Table</a:t>
            </a:r>
            <a:r>
              <a:rPr lang="en-US" baseline="0" dirty="0" smtClean="0"/>
              <a:t> 1.3 (continued)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/>
              <a:t>Table</a:t>
            </a:r>
            <a:r>
              <a:rPr lang="en-US" baseline="0" dirty="0" smtClean="0"/>
              <a:t> 1.3 (continued)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/>
              <a:t>Table</a:t>
            </a:r>
            <a:r>
              <a:rPr lang="en-US" baseline="0" dirty="0" smtClean="0"/>
              <a:t> 1.3 (continued)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EEBCE0-4A34-3647-9307-E59F6D6CD74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Throughout this book, we rely on many concrete examples of computer design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implementation to illustrate concepts and to illuminate trade-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offs.  Numerous systems, both contemporary and historical, provide examples of important computer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architecture design features. But the book relies principally on examples from two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 families: the Intel x86 and the ARM architectures. The current x86 offerings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represent the results of decades of design effort on complex instruction set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computers (CISCs). The x86 incorporates the sophisticated design principles once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found only on mainframes and supercomputers and serves as an excellent example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CISC design. An alternative approach to processor design is the reduced instruction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set computer (RISC). The ARM architecture is used in a wide variety of embedded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systems and is one of the most powerful and best-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designed RISC-based systems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on the market. In this section and the next, we provide a brief overview of these two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terms of market share, Intel has ranked as the number one maker of microprocessors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 non-embedded systems for decades, a position it seems unlikely to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yield. The evolution of its flagship microprocessor product serves as a good indicator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the evolution of computer technology in general.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Table 1.3 shows that evolution. Interestingly, as microprocessors have grown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faster and much more complex, Intel has actually picked up the pace. Intel used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develop microprocessors one after another, every four years. But Intel hopes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keep rivals at bay by trimming a year or two off this development time, and has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done so with the most recent x86 generations.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83856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It is worthwhile to list some of the highlights of the evolution of the Intel product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line: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8080:  The world’s first general-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purpose microprocessor. This was an 8-bit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machine, with an 8-bit data path to memory. The 8080 was used in the first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personal computer, the Altair.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8086:  A far more powerful, 16-bit machine. In addition to a wider data path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larger registers, the 8086 sported an instruction cache, or queue, that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prefetches a few instructions before they are executed. A variant of this processor,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8088, was used in IBM’s first personal computer, securing the success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Intel. The 8086 is the first appearance of the x86 architecture.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80286:  This extension of the 8086 enabled addressing a 16-MB memory instead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just 1 MB.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80386:  Intel’s first 32-bit machine, and a major overhaul of the product. With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32-bit architecture, the 80386 rivaled the complexity and power of minicomputers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mainframes introduced just a few years earlier. This was the first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Intel processor to support multitasking, meaning it could run multiple programs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at the same time.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80486:  The 80486 introduced the use of much more sophisticated and powerful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cache technology and sophisticated instruction pipelining. The 80486 also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offered a built-in math coprocessor, offloading complex math operations from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main CPU.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83809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Pentium: With the Pentium, Intel introduced the use of superscalar techniques,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which allow multiple instructions to execute in parallel.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Pentium Pro: The Pentium Pro continued the move into superscalar organization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begun with the Pentium, with aggressive use of register renaming, branch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prediction, data flow analysis, and speculative execution.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Pentium II: The Pentium II incorporated Intel MMX technology, which 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designed specifically to process video, audio, and graphics data efficiently.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Pentium III: The Pentium III incorporates additional floating-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point instructions: The Streaming SIMD Extensions (SSE) instruction set extension added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70 new instructions designed to increase performance when exactly the same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operations are to be performed on multiple data objects. Typical applications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are digital signal processing and graphics processing.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Pentium 4: The Pentium 4 includes additional floating-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point and other enhancements for multimedia.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Core: This is the first Intel x86 microprocessor with a dual core, referring to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implementation of two cores on a single chip.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Core 2: The Core 2 extends the Core architecture to 64 bits. The Core 2 Quad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provides four cores on a single chip. More recent Core offerings have up to 10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cores per chip. An important addition to the architecture was the Advanced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Vector Extensions instruction set that provided a set of 256-bit, and then 512-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bit, instructions for efficient processing of vector data.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Almost 40 years after its introduction in 1978, the x86 architecture continues to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dominate the processor market outside of embedded systems. Although the organization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technology of the x86 machines have changed dramatically over the decades,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instruction set architecture has evolved to remain backward compatible with earlier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versions. Thus, any program written on an older version of the x86 architecture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can execute on newer versions. All changes to the instruction set architecture have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involved additions to the instruction set, with no subtractions. The rate of change has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been the addition of roughly one instruction per month added to the architecture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[ANTH08], so that there are now thousands of instructions in the instruction set.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x86 provides an excellent illustration of the advances in computer hardware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over the past 35 years. The 1978 8086 was introduced with a clock speed of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5 MHz and had 29,000 transistors. A six-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core Core i7 EE 4960X introduced in 2013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operates at 4 GHz, a speedup of a factor of 800, and has 1.86 billion transistors,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about 64,000 times as many as the 8086. Yet the Core i7 EE 4960X is in only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slightly larger package than the 8086 and has a comparable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83809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term embedded system  refers to the use of electronics and software within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product, as opposed to a general-purpose computer, such as a laptop or desktop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system. Millions of computers are sold every year, including laptops, personal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computers, workstations, servers, mainframes, and supercomputers. In contrast, billions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computer systems are produced each year that are embedded within larger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devices. Today, many, perhaps most, devices that use electric power have an embedded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computing system. It is likely that in the near future virtually all such devices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will have embedded computing systems.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Types of devices with embedded systems are almost too numerous to list.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Examples include cell phones, digital cameras, video cameras, calculators, microwave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ovens, home security systems, washing machines, lighting systems, thermostats,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printers, various automotive systems (e.g., transmission control, cruise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control, fuel injection, anti-lock brakes, and suspension systems), tennis rackets,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toothbrushes, and numerous types of sensors and actuators in automated systems.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Often, embedded systems are tightly coupled to their environment. This can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give rise to real-time constraints imposed by the need to interact with the environment.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Constraints, such as required speeds of motion, required precision of measurement,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required time durations, dictate the timing of software operations. If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multiple activities must be managed simultaneously, this imposes more complex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real-time constraints.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8744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Figure 1.14 shows in general terms an embedded system organization. In addition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the processor and memory, there are a number of elements that differ from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typical desktop or laptop computer: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There may be a variety of interfaces that enable the system to measure, manipulate,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otherwise interact with the external environment. Embedded systems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often interact (sense, manipulate, and communicate) with external world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through sensors and actuators and hence are typically reactive systems; a reactive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 is in continual interaction with the environment and executes at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pace determined by that environment.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human interface may be as simple as a flashing light or as complicated as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real-time robotic vision. In many cases, there is no human interface.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diagnostic port may be used for diagnosing the system that is being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controlled—not just for diagnosing the computer.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Special-purpose field programmable (FPGA), application-specific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(ASIC), or even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nondigital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hardware may be used to increase performance or reliability.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Software often has a fixed function and is specific to the application.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Efficiency is of paramount importance for embedded systems. They are optimized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 energy, code size, execution time, weight and dimensions, and cost.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There are several noteworthy areas of similarity to general-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purpose computer systems as well: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Even with nominally fixed function software, the ability to field upgrade to fix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bugs, to improve security, and to add functionality, has become very important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 embedded system, and not just in consumer devices.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One comparatively recent development has been of embedded system platforms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that support a wide variety of apps. Good examples of this are smartphones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audio/visual devices, such as smart TVs.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98071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It is worthwhile calling out separately one of the major drivers in the proliferation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embedded systems. The Internet of things (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IoT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)  is a term that refers to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expanding interconnection of smart devices, ranging from appliances to tiny sensors.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dominant theme is the embedding of short- range mobile transceivers into a wide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array of gadgets and everyday items, enabling new forms of communication between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people and things, and between things themselves. The Internet now supports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interconnection of billions of industrial and personal objects, usually through cloud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systems. The objects deliver sensor information, act on their environment, and, in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some cases, modify themselves, to create overall management of a larger system, like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factory or city.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IoT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is primarily driven by deeply embedded devices (defined below).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These devices are low-bandwidth, low-repetition data-capture, and low-bandwidth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data-usage appliances that communicate with each other and provide data via user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interfaces. Embedded appliances, such as high-resolution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video security cameras, video VoIP phones, and a handful of others, require high-bandwidth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streaming capabilities. Yet countless products simply require packets of data to be intermittently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delivered.  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With reference to the end systems supported, the Internet has gone through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roughly four generations of deployment culminating in the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IoT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: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1. Information technology (IT) : PCs, servers, routers, firewalls, and so on, bought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as IT devices by enterprise IT people and primarily using wired connectivity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2. Operational technology (OT) : Machines/appliances with embedded IT built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by non-IT companies, such as medical machinery, SCADA (supervisory control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data acquisition), process control, and kiosks, bought as appliances by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enterprise OT people and primarily using wired connectivity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3. Personal technology: Smartphones, tablets, and eBook readers bought as 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devices by consumers (employees) exclusively using wireless connectivity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often multiple forms of wireless connectivity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4. Sensor/actuator technology: Single-purpose devices bought by consumers, IT,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OT people exclusively using wireless connectivity, generally of a single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form, as part of larger systems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It is the fourth generation that is usually thought of as the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IoT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, and it is marked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by the use of billions of embedded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14915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There are two general approaches to developing an embedded operating system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(OS). The first approach is to take an existing OS and adapt it for the embedded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application. For example, there are embedded versions of Linux, Windows,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Mac, as well as other commercial and proprietary operating systems specialized for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embedded systems. The other approach is to design and implement an OS intended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solely for embedded use. An example of the latter is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TinyOS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, widely used in wireless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sensor networks. This topic is explored in depth in [STAL15].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this subsection, and the next two, we briefly introduce some terms commonly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found in the literature on embedded systems. Application processors  are defined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by the processor’s ability to execute complex operating systems, such as Linux,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Android, and Chrome. Thus, the application processor is general-purpose in nature.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good example of the use of an embedded application processor is the smartphone.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embedded system is designed to support numerous apps and perform a wide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variety of functions.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Most embedded systems employ a dedicated processor , which, as the name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implies, is dedicated to one or a small number of specific tasks required by the host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device. Because such an embedded system is dedicated to a specific task or tasks,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processor and associated components can be engineered to reduce size and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59980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As we have seen, early microprocessor  chips included registers, an ALU, and some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sort of control unit or instruction processing logic. As transistor density increased, 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became possible to increase the complexity of the instruction set architecture,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ultimately to add memory and more than one processor. Contemporary microprocessor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chips, as shown in Figure 1.2, include multiple cores and a substantial amount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cache memory.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microcontroller  chip makes a substantially different use of the logic space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available. Figure 1.15 shows in general terms the elements typically found on a microcontroller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chip. As shown, a microcontroller is a single chip that contains the processor,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non-volatile memory for the program (ROM), volatile memory for input and output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(RAM), a clock, and an I/O control unit. The processor portion of the microcontroller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has a much lower silicon area than other microprocessors and much higher energy efficiency.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We examine microcontroller organization in more detail in Section 1.6.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Also called a “computer on a chip,” billions of microcontroller units are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embedded each year in myriad products from toys to appliances to automobiles. For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example, a single vehicle can use 70 or more microcontrollers. Typically, especially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 the smaller, less expensive microcontrollers, they are used as dedicated processors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 specific tasks. For example, microcontrollers are heavily utilized in automation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processes. By providing simple reactions to input, they can control machinery,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turn fans on and off, open and close valves, and so forth. They are integral parts of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modern industrial technology and are among the most inexpensive ways to produce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machinery that can handle extremely complex functionalities.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Microcontrollers come in a range of physical sizes and processing power. Processors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range from 4-bit to 32-bit architectures. Microcontrollers tend to be much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slower than microprocessors, typically operating in the MHz range rather than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GHz speeds of microprocessors. Another typical feature of a microcontroller is that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it does not provide for human interaction. The microcontroller is programmed for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specific task, embedded in its device, and executes as and when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55262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We have, in this section, defined the concept of an embedded system. A subset of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embedded systems, and a quite numerous subset, is referred to as deeply embedded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systems . Although this term is widely used in the technical and commercial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literature, you will search the Internet in vain (or at least I did) for a straightforward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definition. Generally, we can say that a deeply embedded system has a processor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whose behavior is difficult to observe both by the programmer and the user.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deeply embedded system uses a microcontroller rather than a microprocessor, 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not programmable once the program logic for the device has been burned into ROM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(read-only memory), and has no interaction with a user.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Deeply embedded systems are dedicated, single-purpose devices that detect something in the environment, 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perform a basic level of processing, and then do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something with the results. Deeply embedded systems often have wireless capability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appear in networked configurations, such as networks of sensors deployed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over a large area (e.g., factory, agricultural field). The Internet of things depends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heavily on deeply embedded systems. Typically, deeply embedded systems have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extreme resource constraints in terms of memory, processor size, time, and power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consumption.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0362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ARM architecture refers to a processor architecture that has evolved from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RISC design principles and is used in embedded systems. Chapter 15 examines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RISC design principles in detail. In this section, we give a brief overview of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ARM architecture.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ARM is a family of RISC-based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microprocessors and microcontrollers designed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by ARM Holdings, Cambridge, England. The company doesn’t make processors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but instead designs microprocessor and multicore architectures and licenses them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manufacturers. Specifically, ARM Holdings has two types of licensable products: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processors and processor architectures. For processors, the customer buys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rights to use ARM-supplied design in their own chips. For a processor architecture,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customer buys the rights to design their own processor compliant with ARM’s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architecture.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ARM chips are high-speed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processors that are known for their small die size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low power requirements. They are widely used in smartphones and other handheld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devices, including game systems, as well as a large variety of consumer products.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ARM chips are the processors in Apple’s popular iPod and iPhone devices,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are used in virtually all Android smartphones as well. ARM is probably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most widely used embedded processor architecture and indeed the most widely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used processor architecture of any kind in the world [VANC14].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origins of ARM technology can be traced back to the British-based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Acorn Computers company. In the early 1980s, Acorn was awarded a contract by the British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Broadcasting Corporation (BBC) to develop a new microcomputer architecture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 the BBC Computer Literacy Project. The success of this contract enabled Acorn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go on to develop the first commercial RISC processor, the Acorn RISC Machine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(ARM). The first version, ARM1, became operational in 1985 and was used for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internal research and development as well as being used as a coprocessor in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BBC machine.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this early stage, Acorn used the company VLSI Technology to do the actual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fabrication of the processor chips. VLSI was licensed to market the chip on its own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and had some success in getting other companies to use the ARM in their products,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particularly as an embedded processor.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ARM design matched a growing commercial need for a high-performance,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Low-power-consumption, small-size, and low-cost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 for embedded applications.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But further development was beyond the scope of Acorn’s capabilities.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Accordingly, a new company was organized, with Acorn, VLSI, and Apple Computer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as founding partners, known as ARM Ltd. The Acorn RISC Machine became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Advanced RISC Machines.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3116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ARM Holdings licenses a number of specialized microprocessors and related technologies,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but the bulk of their product line is the Cortex family of microprocessor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architectures. There are three Cortex architectures, conveniently labeled with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initials A, R, and M.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Cortex-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Aand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Cortex-A50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are application processors, intended for mobile devices such as smartphones and eBook readers,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as well as consumer devices such as digital TV and home gateways (e.g., DSL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cable Internet modems). These processors run at higher clock frequency (over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1 GHz), and support a memory management unit (MMU), which is required for full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feature OSs such as Linux, Android, MS Windows, and mobile OSs. An MMU 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hardware module that supports virtual memory and paging by translating virtual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addresses into physical addresses; this topic is explored in Chapter 8.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two architectures use both the ARM and Thumb-2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instruction sets; the principal difference is that the Cortex-A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is a 32-bit machine, and the Cortex-A50 is a 64-bit machine.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Cortex-R is designed to support real-time applications, in which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timing of events needs to be controlled with rapid response to events. They can run at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 fairly high clock frequency (e.g., 200MHz to 800MHz) and have very low response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latency. The Cortex-R includes enhancements both to the instruction set and to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 organization to support deeply embedded real-time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devices. Most of these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processors do not have MMU; the limited data requirements and the limited number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simultaneous processes eliminates the need for elaborate hardware and software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support for virtual memory. The Cortex-R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does have a Memory Protection Unit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(MPU), cache, and other memory features designed for industrial applications. An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MPU is a hardware module that prohibits one program in memory from accidentally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accessing memory assigned to another active program. Using various methods,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protective boundary is created around the program, and instructions within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program are prohibited from referencing data outside of that boundary.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Examples of embedded systems that would use the Cortex-R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are automotive braking systems, mass storage controllers, and networking and printing devices.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Cortex-M series processors have been developed primarily for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microcontroller domain where the need for fast, highly deterministic interrupt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management is coupled with the desire for extremely low gate count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lowest possible power consumption. As with the Cortex-R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series, the Cortex-M architecture has an MPU but no MMU. The Cortex-M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uses only the Thumb-2 instruction set. The market for the Cortex-M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includes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IoT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devices, wireless sensor/actuator networks used in factories and other enterprises, automotive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body electronics, and so on.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There are currently four versions of the Cortex-M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series: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Cortex-M0 :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Designed for 8- and 16-bit applications, this model emphasizes low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cost, ultra low power, and simplicity. It is optimized for small silicon die size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(starting from 12k gates) and use in the lowest cost chips.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Cortex-M0</a:t>
            </a:r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+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: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 enhanced version of the M0 that is more energy efficient.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Cortex-M3 :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Designed for 16- and 32-bit applications, this model emphasizes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performance and energy efficiency. It also has comprehensive debug and trace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features to enable software developers to develop their applications quickly.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Cortex-M4 :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This model provides all the features of the Cortex-M3,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with additional instructions to support digital signal processing tasks.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this text, we will primarily use the ARM Cortex-M3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as our example embedded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 processor. It is the best suited of all ARM models for general-purpose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microcontroller use. The Cortex-M3 is used by a variety of manufacturers of microcontroller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products. Initial microcontroller devices from lead partners already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combine the Cortex-M3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 with flash, SRAM, and multiple peripherals to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provide a competitive offering at the price of just $1.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010716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Figure 1.16 provides a block diagram of the EFM32 microcontroller from Silicon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Labs. The figure also shows detail of the Cortex-M3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 and core components.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We examine each level in turn.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Cortex-M3 core  makes use of separate buses for instructions and data.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This arrangement is sometimes referred to as a Harvard architecture, in contrast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with the von Neumann architecture, which uses the same signal buses and memory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for both instructions and data. By being able to read both an instruction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 from memory at the same time, the Cortex-M3 processor can perform many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operations in parallel, speeding application execution. The core contains a decoder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for Thumb instructions, an advanced ALU with support for hardware multiply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divide, control logic, and interfaces to the other components of the processor. In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particular, there is an interface to the nested vector interrupt controller (NVIC)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embedded trace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macrocell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(ETM) module.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core is part of a module called the Cortex-M3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 . This term is somewhat misleading, because typically in the literature, the terms core and processor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are viewed as equivalent. In addition to the core, the processor includes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following elements: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NVIC : Provides configurable interrupt handling abilities to the processor. It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facilitates low-latency exception and interrupt handling, and controls power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management.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ETM : An optional debug component that enables reconstruction of program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execution. The ETM is designed to be a high-speed, low-power debug tool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that only supports instruction trace.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Debug access port (DAP) : This provides an interface for external debug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access to the processor.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Debug logic : Basic debug functionality includes processor halt, single-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step, processor core register access, unlimited software breakpoints, and full system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memory access.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ICode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interface : Fetches instructions from the code memory space.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SRAM &amp; peripheral interface : Read/write interface to data memory and peripheral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devices.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Bus matrix : Connects the core and debug interfaces to external buses on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microcontroller.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Memory protection unit : Protects critical data used by the operating system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from user applications, separating processing tasks by disallowing access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to each other’s data, disabling access to memory regions, allowing memory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regions to be defined as read-only,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detecting unexpected memory accesses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that could potentially break the system.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upper part of Figure 1.16 shows the block diagram of a typical microcontroller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built with the Cortex-M3, in this case the EFM32 microcontroller. This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microcontroller is marketed for use in a wide variety of devices, including energy,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gas, and water metering; alarm and security systems; industrial automation devices;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home automation devices; smart accessories; and health and fitness devices. The silicon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chip consists of 10 main areas: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Core and memory:  This region includes the Cortex-M3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processor, static RAM (SRAM) data memory, and flash memory15  for storing program instructions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and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nonvarying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application data. Flash memory is nonvolatile (data is not lost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when power is shut off) and so is ideal for this purpose. The SRAM stores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variable data. This area also includes a debug interface, which makes it easy to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reprogram and update the system in the field.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Parallel I/O ports:  Configurable for a variety of parallel I/O schemes.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Serial interfaces:  Supports various serial I/O schemes.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Analog interfaces : Analog-to-digital and digital-to-analog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logic to support sensors and actuators.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Timers and triggers : Keeps track of timing and counts events, generates output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waveforms, and triggers timed actions in other peripherals.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Clock management : Controls the clocks and oscillators on the chip. Multiple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clocks and oscillators are used to minimize power consumption and provide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short startup times.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Energy management : Manages the various low-energy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modes of operation of the processor and peripherals to provide real-time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management of the energy needs so as to minimize energy consumption.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Security : The chip includes a hardware implementation of the Advanced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Encryption Standard (AES).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32-bit bus : Connects all of the components on the chip.</a:t>
            </a:r>
          </a:p>
          <a:p>
            <a:endParaRPr kumimoji="1" lang="en-US" sz="1200" b="1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1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■ 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Peripheral bus : A network which lets the different peripheral module communicate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directly with each other without involving the processor. This supports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timing-critical operation and reduces software overhead.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Comparing Figure 1.16 with Figure 1.2, you will see many similarities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same general hierarchical structure. Note, however, that the top level of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microcontroller computer system is a single chip, whereas for a multicore computer,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top level is a motherboard containing a number of chips. Another noteworthy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difference is that there is no cache, neither in the Cortex-M3 processor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nor in the microcontroller as a whole, which plays an important role if the code 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data resides in external memory. Though the number of cycles to read the instruction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or data varies depending on cache hit or miss, the cache greatly improves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performance when external memory is used. Such overhead is not needed for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microcontroller.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48941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Although the general concepts for cloud computing go back to the 1950s, cloud computing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services first became available in the early 2000s, particular targeted at large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enterprises. Since then, cloud computing has spread to small and medium size businesses,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most recently to consumers. Apple’s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iCloud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was launched in 2012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had 20 million users within a week of launch.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Evernote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, the cloud-based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notetaking</a:t>
            </a:r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archiving service, launched in 2008, approached 100 million users in less than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6 years. In this section, we provide a brief overview. Cloud computing is examined in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more detail in Chapter 17.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There is an increasingly prominent trend in many organizations to move a substantial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portion or even all information technology (IT) operations to an Internet-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connected infrastructure known as enterprise cloud computing. At the same time, individual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users of PCs and mobile devices are relying more and more on cloud computing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services to backup data, synch devices, and share, using personal cloud computing.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NIST defines cloud computing, in NIST SP-800-145 (The NIST Definition of Cloud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Computing ), as follows: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Cloud computing: A model for enabling ubiquitous, convenient, on-demand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network access to a shared pool of configurable computing resources (e.g., networks, servers,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storage, applications, and services) that can be rapidly provisioned and released with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minimal management effort or service provider interaction.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Basically, with cloud computing, you get economies of scale, professional network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management, and professional security management. These features can be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attractive to companies large and small, government agencies, and individual PC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mobile users. The individual or company only needs to pay for the storage capacity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services they need. The user, be it company or individual, doesn’t have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hassle of setting up a database system, acquiring the hardware they need, doing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maintenance, and backing up the data—all these are part of the cloud service.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 theory, another big advantage of using cloud computing to store your data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share it with others is that the cloud provider takes care of security. Alas,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customer is not always protected. There have been a number of security failures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among cloud providers.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Evernote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made headlines in early 2013 when it told all of its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users to reset their passwords after an intrusion was discovered.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36321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Cloud networking  refers to the networks and network management functionality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that must be in place to enable cloud computing. Most cloud computing solutions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rely on the Internet, but that is only a piece of the networking infrastructure.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One example of cloud networking is the provisioning of high-performance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and/or high- reliability networking between the provider and subscriber. In this case, some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or all of the traffic between an enterprise and the cloud bypasses the Internet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uses dedicated private network facilities owned or leased by the cloud service provider.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More generally, cloud networking refers to the collection of network capabilities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required to access a cloud, including making use of specialized services over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Internet, linking enterprise data centers to a cloud, and using firewalls and other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network security devices at critical points to enforce access security policies.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We can think of cloud storage  as a subset of cloud computing. In essence, cloud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storage consists of database storage and database applications hosted remotely on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cloud servers. Cloud storage enables small businesses and individual users to take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advantage of data storage that scales with their needs and to take advantage of a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variety of database applications without having to buy, maintain, and manage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storage assets.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883822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The essential purpose of cloud computing is to provide for the convenient rental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of computing resources. A cloud service provider (CSP) maintains computing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data storage resources that are available over the Internet or private networks.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Customers can rent a portion of these resources as needed. Virtually all cloud service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is provided using one of three models (Figure 1.17):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,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, and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, which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we examine in this section.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Software as a service (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) As the name implies, a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cloud provides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service to customers in the form of software, specifically application software,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running on and accessible in the cloud.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follows the familiar model of Web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services, in this case applied to cloud resources.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enables the customer to use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cloud provider’s applications running on the provider’s cloud infrastructure.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applications are accessible from various client devices through a simple interface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such as a Web browser. Instead of obtaining desktop and server licenses for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software products it uses, an enterprise obtains the same functions from the cloud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service.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saves the complexity of software installation, maintenance, upgrades,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patches. Examples of services at this level are Gmail, Google’s e-mail service, 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Salesforce.com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, which help firms keep track of their customers.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Common subscribers to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are organizations that want to provide their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employees with access to typical office productivity software, such as document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management and email. Individuals also commonly use the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model to acquire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cloud resources. Typically, subscriber use specific applications on demand.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cloud provider also usually offers data-related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features such as automatic backup and data sharing between subscribers.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Platform as a service (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)  A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cloud provides service to customers in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form of a platform on which the customer’s applications can run.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enables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customer to deploy onto the cloud infrastructure containing customer-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created or acquired applications. A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cloud provides useful software building blocks,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plus a number of development tools, such as programming languages, run-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time environments, and other tools that assist in deploying new applications. In effect,</a:t>
            </a:r>
          </a:p>
          <a:p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is an operating system in the cloud.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is useful for an organization that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wants to develop new or tailored applications while paying for the needed computing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resources only as needed and only for as long as needed. Google App Engine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the Salesforce1 Platform from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Salesforce.com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are examples of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PaaS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.</a:t>
            </a:r>
          </a:p>
          <a:p>
            <a:endParaRPr kumimoji="1" lang="en-US" sz="1200" b="0" i="0" u="none" strike="noStrike" kern="1200" baseline="0" dirty="0" smtClean="0">
              <a:solidFill>
                <a:schemeClr val="tx1"/>
              </a:solidFill>
              <a:latin typeface="Times New Roman" pitchFamily="-109" charset="0"/>
              <a:ea typeface="+mn-ea"/>
              <a:cs typeface="+mn-cs"/>
            </a:endParaRP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Infrastructure as a service (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)  With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, the customer has access to the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underlying cloud infrastructure.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provides virtual machines and other abstracted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hardware and operating systems, which may be controlled through a service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application programming interface (API).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offers the customer processing,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storage, networks, and other fundamental computing resources so that the customer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is able to deploy and run arbitrary software, which can include operating systems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and applications.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enables customers to combine basic computing services,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such as number crunching and data storage, to build highly adaptable computer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systems. Examples of </a:t>
            </a:r>
            <a:r>
              <a:rPr kumimoji="1" lang="en-US" sz="1200" b="0" i="0" u="none" strike="noStrike" kern="1200" baseline="0" dirty="0" err="1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IaaS</a:t>
            </a:r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 are Amazon Elastic Compute Cloud (Amazon EC2) and</a:t>
            </a:r>
          </a:p>
          <a:p>
            <a:r>
              <a:rPr kumimoji="1" lang="en-US" sz="1200" b="0" i="0" u="none" strike="noStrike" kern="1200" baseline="0" dirty="0" smtClean="0">
                <a:solidFill>
                  <a:schemeClr val="tx1"/>
                </a:solidFill>
                <a:latin typeface="Times New Roman" pitchFamily="-109" charset="0"/>
                <a:ea typeface="+mn-ea"/>
                <a:cs typeface="+mn-cs"/>
              </a:rPr>
              <a:t>Windows Azure.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6AC9EA-110C-D44B-81A3-E5165EEE361B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7398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2598D2-2ED8-8547-B4B7-C382E9B8AC9E}" type="slidenum">
              <a:rPr lang="en-US"/>
              <a:pPr/>
              <a:t>57</a:t>
            </a:fld>
            <a:endParaRPr lang="en-US" dirty="0"/>
          </a:p>
        </p:txBody>
      </p:sp>
      <p:sp>
        <p:nvSpPr>
          <p:cNvPr id="655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smtClean="0"/>
              <a:t>Chapter 1 summary.</a:t>
            </a:r>
            <a:endParaRPr lang="en-GB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0" y="4624668"/>
            <a:ext cx="4038600" cy="933450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00600" y="5562599"/>
            <a:ext cx="4038600" cy="748553"/>
          </a:xfrm>
        </p:spPr>
        <p:txBody>
          <a:bodyPr>
            <a:normAutofit/>
          </a:bodyPr>
          <a:lstStyle>
            <a:lvl1pPr marL="0" indent="0" algn="l">
              <a:spcBef>
                <a:spcPts val="300"/>
              </a:spcBef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00600" y="6425640"/>
            <a:ext cx="1232647" cy="365125"/>
          </a:xfrm>
        </p:spPr>
        <p:txBody>
          <a:bodyPr/>
          <a:lstStyle>
            <a:lvl1pPr algn="l">
              <a:defRPr/>
            </a:lvl1pPr>
          </a:lstStyle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311153" y="6425640"/>
            <a:ext cx="2617694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GB" dirty="0" smtClean="0"/>
              <a:t>© 2016 Pearson Education, Inc., Hoboken, NJ. All rights reserved.</a:t>
            </a:r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282575" y="228600"/>
            <a:ext cx="4235450" cy="4187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02438" y="228600"/>
            <a:ext cx="2057400" cy="203911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24388" y="2377440"/>
            <a:ext cx="2057400" cy="20391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sz="1800" kern="120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24891" y="174812"/>
            <a:ext cx="413309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54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4388" y="228600"/>
            <a:ext cx="2057400" cy="20391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02438" y="2377440"/>
            <a:ext cx="2057400" cy="2039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210550" y="282574"/>
            <a:ext cx="642097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3185" y="228600"/>
            <a:ext cx="26090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36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8235" y="282574"/>
            <a:ext cx="91440" cy="1600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, Al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166847" y="282574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4" y="134471"/>
            <a:ext cx="7556313" cy="995082"/>
          </a:xfrm>
        </p:spPr>
        <p:txBody>
          <a:bodyPr anchor="b" anchorCtr="0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3185" y="228600"/>
            <a:ext cx="26090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36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498518" y="1129553"/>
            <a:ext cx="7558960" cy="774700"/>
          </a:xfrm>
        </p:spPr>
        <p:txBody>
          <a:bodyPr vert="horz" lIns="91440" tIns="45720" rIns="91440" bIns="45720" rtlCol="0" anchor="t" anchorCtr="0">
            <a:noAutofit/>
          </a:bodyPr>
          <a:lstStyle>
            <a:lvl1pPr marL="0" indent="0">
              <a:buNone/>
              <a:defRPr kumimoji="0" sz="2400" b="0" i="0" u="none" strike="noStrike" kern="1200" cap="none" spc="0" normalizeH="0" baseline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0" y="4624668"/>
            <a:ext cx="4038600" cy="933450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00600" y="5562599"/>
            <a:ext cx="4038600" cy="748553"/>
          </a:xfrm>
        </p:spPr>
        <p:txBody>
          <a:bodyPr>
            <a:normAutofit/>
          </a:bodyPr>
          <a:lstStyle>
            <a:lvl1pPr marL="0" indent="0" algn="l">
              <a:spcBef>
                <a:spcPts val="300"/>
              </a:spcBef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00600" y="6425640"/>
            <a:ext cx="1232647" cy="365125"/>
          </a:xfrm>
        </p:spPr>
        <p:txBody>
          <a:bodyPr/>
          <a:lstStyle>
            <a:lvl1pPr algn="l">
              <a:defRPr/>
            </a:lvl1pPr>
          </a:lstStyle>
          <a:p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311153" y="6425640"/>
            <a:ext cx="2617694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282575" y="228600"/>
            <a:ext cx="4235450" cy="4187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02438" y="228600"/>
            <a:ext cx="2057400" cy="203911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24388" y="2377440"/>
            <a:ext cx="2057400" cy="20391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2"/>
          </p:nvPr>
        </p:nvSpPr>
        <p:spPr>
          <a:xfrm>
            <a:off x="4624388" y="228600"/>
            <a:ext cx="2057400" cy="2039112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6802438" y="2377440"/>
            <a:ext cx="2057400" cy="2039112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1779494"/>
            <a:ext cx="3086100" cy="2040905"/>
          </a:xfrm>
        </p:spPr>
        <p:txBody>
          <a:bodyPr lIns="45720" tIns="45720" rIns="45720" anchor="t">
            <a:noAutofit/>
          </a:bodyPr>
          <a:lstStyle>
            <a:lvl1pPr marL="0" indent="0" algn="ctr">
              <a:buNone/>
              <a:defRPr sz="46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891" y="174812"/>
            <a:ext cx="413309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54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58907" y="228600"/>
            <a:ext cx="8200930" cy="6345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0" y="3124200"/>
            <a:ext cx="5638800" cy="1362075"/>
          </a:xfrm>
        </p:spPr>
        <p:txBody>
          <a:bodyPr anchor="b" anchorCtr="0">
            <a:normAutofit/>
          </a:bodyPr>
          <a:lstStyle>
            <a:lvl1pPr algn="l">
              <a:defRPr sz="3200" b="0" cap="none" baseline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0" y="4495800"/>
            <a:ext cx="5638800" cy="1500187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300"/>
              </a:spcBef>
              <a:buNone/>
              <a:defRPr sz="14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58906" y="6248774"/>
            <a:ext cx="1474694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6000" y="6248774"/>
            <a:ext cx="5638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05800" y="6248774"/>
            <a:ext cx="554038" cy="365125"/>
          </a:xfrm>
        </p:spPr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03612" y="3110754"/>
            <a:ext cx="260909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40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750" y="228600"/>
            <a:ext cx="212725" cy="634523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210550" y="282574"/>
            <a:ext cx="642097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68235" y="282574"/>
            <a:ext cx="91440" cy="1600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3185" y="228600"/>
            <a:ext cx="26090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36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8518" y="1985963"/>
            <a:ext cx="3657600" cy="4140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99878" y="1985963"/>
            <a:ext cx="3657600" cy="4140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8166847" y="282574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3185" y="228600"/>
            <a:ext cx="26090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36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7541" y="2447365"/>
            <a:ext cx="3657600" cy="367879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99878" y="2447365"/>
            <a:ext cx="3657600" cy="367879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7541" y="2070847"/>
            <a:ext cx="3657600" cy="322729"/>
          </a:xfrm>
          <a:prstGeom prst="rect">
            <a:avLst/>
          </a:prstGeom>
          <a:solidFill>
            <a:schemeClr val="accent3"/>
          </a:solidFill>
        </p:spPr>
        <p:txBody>
          <a:bodyPr tIns="0" bIns="0" anchor="ctr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99878" y="2070847"/>
            <a:ext cx="3657600" cy="32272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, Top and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223185" y="228600"/>
            <a:ext cx="26090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36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8517" y="1985963"/>
            <a:ext cx="7569157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4"/>
          </p:nvPr>
        </p:nvSpPr>
        <p:spPr>
          <a:xfrm>
            <a:off x="498517" y="4164965"/>
            <a:ext cx="7569157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66847" y="282574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05800" y="242234"/>
            <a:ext cx="554038" cy="365125"/>
          </a:xfrm>
        </p:spPr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166847" y="282574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3185" y="228600"/>
            <a:ext cx="26090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36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10075" y="1985963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11" name="Content Placeholder 2"/>
          <p:cNvSpPr>
            <a:spLocks noGrp="1"/>
          </p:cNvSpPr>
          <p:nvPr>
            <p:ph sz="half" idx="15"/>
          </p:nvPr>
        </p:nvSpPr>
        <p:spPr>
          <a:xfrm>
            <a:off x="498518" y="1985963"/>
            <a:ext cx="3657600" cy="4140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13" name="Content Placeholder 2"/>
          <p:cNvSpPr>
            <a:spLocks noGrp="1"/>
          </p:cNvSpPr>
          <p:nvPr>
            <p:ph sz="half" idx="16"/>
          </p:nvPr>
        </p:nvSpPr>
        <p:spPr>
          <a:xfrm>
            <a:off x="4410075" y="4169664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166847" y="282574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3185" y="228600"/>
            <a:ext cx="26090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36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12" name="Content Placeholder 2"/>
          <p:cNvSpPr>
            <a:spLocks noGrp="1"/>
          </p:cNvSpPr>
          <p:nvPr>
            <p:ph sz="half" idx="17"/>
          </p:nvPr>
        </p:nvSpPr>
        <p:spPr>
          <a:xfrm>
            <a:off x="502920" y="1985963"/>
            <a:ext cx="3657413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sz="half" idx="18"/>
          </p:nvPr>
        </p:nvSpPr>
        <p:spPr>
          <a:xfrm>
            <a:off x="502920" y="4164965"/>
            <a:ext cx="3657413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15" name="Content Placeholder 2"/>
          <p:cNvSpPr>
            <a:spLocks noGrp="1"/>
          </p:cNvSpPr>
          <p:nvPr>
            <p:ph sz="half" idx="1"/>
          </p:nvPr>
        </p:nvSpPr>
        <p:spPr>
          <a:xfrm>
            <a:off x="4410075" y="1985963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16" name="Content Placeholder 2"/>
          <p:cNvSpPr>
            <a:spLocks noGrp="1"/>
          </p:cNvSpPr>
          <p:nvPr>
            <p:ph sz="half" idx="16"/>
          </p:nvPr>
        </p:nvSpPr>
        <p:spPr>
          <a:xfrm>
            <a:off x="4410075" y="4169664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8166847" y="282574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3185" y="228600"/>
            <a:ext cx="26090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36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166847" y="282573"/>
            <a:ext cx="685800" cy="3022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82575" y="228600"/>
            <a:ext cx="3451225" cy="6345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5" y="2571750"/>
            <a:ext cx="3255264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75" y="273050"/>
            <a:ext cx="4597399" cy="585311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3" y="3733800"/>
            <a:ext cx="3255264" cy="2392363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91399" y="6423585"/>
            <a:ext cx="1537447" cy="365125"/>
          </a:xfrm>
        </p:spPr>
        <p:txBody>
          <a:bodyPr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859305" y="6423585"/>
            <a:ext cx="3316941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424891" y="174812"/>
            <a:ext cx="413309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54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166847" y="282573"/>
            <a:ext cx="685800" cy="3022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69404" y="3124200"/>
            <a:ext cx="3898272" cy="871538"/>
          </a:xfrm>
        </p:spPr>
        <p:txBody>
          <a:bodyPr anchor="b">
            <a:normAutofit/>
          </a:bodyPr>
          <a:lstStyle>
            <a:lvl1pPr algn="l">
              <a:defRPr sz="2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6" y="228600"/>
            <a:ext cx="3460658" cy="634523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69404" y="3995737"/>
            <a:ext cx="3898272" cy="21478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91399" y="6423585"/>
            <a:ext cx="1537447" cy="365125"/>
          </a:xfrm>
        </p:spPr>
        <p:txBody>
          <a:bodyPr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91000" y="6423585"/>
            <a:ext cx="3005138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90110" y="3370730"/>
            <a:ext cx="22056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2400" b="1" baseline="0">
                <a:solidFill>
                  <a:schemeClr val="accent1">
                    <a:lumMod val="60000"/>
                    <a:lumOff val="40000"/>
                  </a:schemeClr>
                </a:solidFill>
              </a:rPr>
              <a:t>+ 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abov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6505" y="4424082"/>
            <a:ext cx="6191157" cy="833718"/>
          </a:xfrm>
        </p:spPr>
        <p:txBody>
          <a:bodyPr anchor="b">
            <a:normAutofit/>
          </a:bodyPr>
          <a:lstStyle>
            <a:lvl1pPr algn="l">
              <a:defRPr sz="2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5" y="228600"/>
            <a:ext cx="6378389" cy="418795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6505" y="5257799"/>
            <a:ext cx="6191157" cy="885825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02438" y="228600"/>
            <a:ext cx="2057400" cy="20391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02438" y="2377440"/>
            <a:ext cx="2057400" cy="20391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7212" y="4632792"/>
            <a:ext cx="22056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2400" b="1" baseline="0">
                <a:solidFill>
                  <a:schemeClr val="accent1">
                    <a:lumMod val="60000"/>
                    <a:lumOff val="40000"/>
                  </a:schemeClr>
                </a:solidFill>
              </a:rPr>
              <a:t>+ 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82574" y="228600"/>
            <a:ext cx="6387167" cy="6345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4" y="2571750"/>
            <a:ext cx="6181611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4" y="3733800"/>
            <a:ext cx="6179566" cy="2392363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212262" y="6235607"/>
            <a:ext cx="134839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81095" y="6235607"/>
            <a:ext cx="46481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4891" y="174812"/>
            <a:ext cx="413309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54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02438" y="228600"/>
            <a:ext cx="2057400" cy="203911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6802438" y="2374940"/>
            <a:ext cx="2057400" cy="2039112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6802438" y="4535424"/>
            <a:ext cx="2057400" cy="2039112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82575" y="228600"/>
            <a:ext cx="4235450" cy="6345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4" y="2571750"/>
            <a:ext cx="4016633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4" y="3733800"/>
            <a:ext cx="4015304" cy="2392363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048000" y="6235607"/>
            <a:ext cx="134839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81095" y="6235607"/>
            <a:ext cx="25907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4891" y="174812"/>
            <a:ext cx="413309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54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02438" y="228600"/>
            <a:ext cx="2057400" cy="203911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24388" y="4534726"/>
            <a:ext cx="2057400" cy="20391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4624388" y="228600"/>
            <a:ext cx="2057400" cy="2039112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4624388" y="2381663"/>
            <a:ext cx="2057400" cy="2039112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5"/>
          </p:nvPr>
        </p:nvSpPr>
        <p:spPr>
          <a:xfrm>
            <a:off x="6803136" y="2381662"/>
            <a:ext cx="2057400" cy="4187952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s with Caption, Al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166847" y="282573"/>
            <a:ext cx="685800" cy="3022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0" y="3124200"/>
            <a:ext cx="3108960" cy="871538"/>
          </a:xfrm>
        </p:spPr>
        <p:txBody>
          <a:bodyPr anchor="b">
            <a:normAutofit/>
          </a:bodyPr>
          <a:lstStyle>
            <a:lvl1pPr algn="l">
              <a:defRPr sz="2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5" y="2365248"/>
            <a:ext cx="4240119" cy="418795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00" y="3995737"/>
            <a:ext cx="3108960" cy="21478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91399" y="6423585"/>
            <a:ext cx="1537447" cy="365125"/>
          </a:xfrm>
        </p:spPr>
        <p:txBody>
          <a:bodyPr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91000" y="6423585"/>
            <a:ext cx="3005138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0361" y="3370730"/>
            <a:ext cx="22056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2400" b="1" baseline="0">
                <a:solidFill>
                  <a:schemeClr val="accent1">
                    <a:lumMod val="60000"/>
                    <a:lumOff val="40000"/>
                  </a:schemeClr>
                </a:solidFill>
              </a:rPr>
              <a:t>+ </a:t>
            </a:r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277905" y="228600"/>
            <a:ext cx="2057400" cy="2039112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  <p:sp>
        <p:nvSpPr>
          <p:cNvPr id="15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2460625" y="228600"/>
            <a:ext cx="2057400" cy="2039112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 smtClean="0"/>
              <a:t>Click icon to add picture</a:t>
            </a:r>
            <a:endParaRPr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166847" y="282574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3185" y="228600"/>
            <a:ext cx="26090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36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8166847" y="282573"/>
            <a:ext cx="685800" cy="3022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95772" y="954742"/>
            <a:ext cx="681318" cy="5171422"/>
          </a:xfrm>
        </p:spPr>
        <p:txBody>
          <a:bodyPr vert="eaVert" anchor="t" anchorCtr="0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958756"/>
            <a:ext cx="6858000" cy="518486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  <p:sp>
        <p:nvSpPr>
          <p:cNvPr id="9" name="TextBox 8"/>
          <p:cNvSpPr txBox="1"/>
          <p:nvPr/>
        </p:nvSpPr>
        <p:spPr>
          <a:xfrm rot="16200000">
            <a:off x="8593111" y="561668"/>
            <a:ext cx="26090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sz="36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+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2">
            <a:alphaModFix amt="70000"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8474" y="484094"/>
            <a:ext cx="7556313" cy="111610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8474" y="1981200"/>
            <a:ext cx="7556313" cy="4144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95247" y="642358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1706" y="6423585"/>
            <a:ext cx="6122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 smtClean="0"/>
              <a:t>© 2016 Pearson Education, Inc., Hoboken, NJ. All rights reserved.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5800" y="242234"/>
            <a:ext cx="5540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8AF02B71-8991-4516-A01E-F1A9ACD28BDC}" type="slidenum">
              <a:rPr/>
              <a:p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ts val="2000"/>
        </a:spcBef>
        <a:buClr>
          <a:schemeClr val="accent1"/>
        </a:buClr>
        <a:buSzPct val="75000"/>
        <a:buFont typeface="Wingdings" pitchFamily="2" charset="2"/>
        <a:buChar char="n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spcBef>
          <a:spcPts val="600"/>
        </a:spcBef>
        <a:buClr>
          <a:schemeClr val="accent1"/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spcBef>
          <a:spcPts val="600"/>
        </a:spcBef>
        <a:buClr>
          <a:schemeClr val="accent1"/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Rectangle 4"/>
          <p:cNvSpPr>
            <a:spLocks noGrp="1" noChangeArrowheads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William Stallings </a:t>
            </a:r>
            <a:br>
              <a:rPr lang="en-GB" dirty="0" smtClean="0"/>
            </a:br>
            <a:r>
              <a:rPr lang="en-GB" dirty="0"/>
              <a:t>Computer Organization </a:t>
            </a:r>
            <a:br>
              <a:rPr lang="en-GB" dirty="0"/>
            </a:br>
            <a:r>
              <a:rPr lang="en-GB" dirty="0"/>
              <a:t>and Architecture</a:t>
            </a:r>
            <a:r>
              <a:rPr lang="en-GB" dirty="0" smtClean="0"/>
              <a:t/>
            </a:r>
            <a:br>
              <a:rPr lang="en-GB" dirty="0" smtClean="0"/>
            </a:br>
            <a:r>
              <a:rPr lang="en-GB" dirty="0" smtClean="0"/>
              <a:t>10</a:t>
            </a:r>
            <a:r>
              <a:rPr lang="en-GB" baseline="30000" dirty="0" smtClean="0"/>
              <a:t>th</a:t>
            </a:r>
            <a:r>
              <a:rPr lang="en-GB" dirty="0" smtClean="0"/>
              <a:t> Edition</a:t>
            </a:r>
            <a:endParaRPr lang="en-GB" dirty="0"/>
          </a:p>
        </p:txBody>
      </p:sp>
      <p:pic>
        <p:nvPicPr>
          <p:cNvPr id="3" name="Picture 2" descr="Snapshot 2012-06-08 00-57-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990600"/>
            <a:ext cx="3649579" cy="2667000"/>
          </a:xfrm>
          <a:prstGeom prst="rect">
            <a:avLst/>
          </a:prstGeom>
          <a:effectLst>
            <a:outerShdw blurRad="50800" dist="38100" dir="2700000" algn="tl" rotWithShape="0">
              <a:schemeClr val="tx1">
                <a:alpha val="43000"/>
              </a:schemeClr>
            </a:outerShdw>
            <a:reflection stA="50000" endPos="75000" dist="12700" dir="5400000" sy="-100000" algn="bl" rotWithShape="0"/>
            <a:softEdge rad="88900"/>
          </a:effectLst>
        </p:spPr>
      </p:pic>
      <p:sp>
        <p:nvSpPr>
          <p:cNvPr id="4" name="TextBox 3"/>
          <p:cNvSpPr txBox="1"/>
          <p:nvPr/>
        </p:nvSpPr>
        <p:spPr>
          <a:xfrm>
            <a:off x="-1534472" y="1786024"/>
            <a:ext cx="1846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 smtClean="0"/>
              <a:t>© 2016 Pearson Education, Inc., Hoboken, NJ. All rights reserved.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539552" y="4005064"/>
            <a:ext cx="6191157" cy="833718"/>
          </a:xfrm>
        </p:spPr>
        <p:txBody>
          <a:bodyPr>
            <a:noAutofit/>
          </a:bodyPr>
          <a:lstStyle/>
          <a:p>
            <a:r>
              <a:rPr lang="en-US" sz="5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Chapter 1</a:t>
            </a:r>
            <a:endParaRPr lang="en-US" sz="5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half" idx="2"/>
          </p:nvPr>
        </p:nvSpPr>
        <p:spPr>
          <a:xfrm>
            <a:off x="539552" y="4797152"/>
            <a:ext cx="7881919" cy="885825"/>
          </a:xfrm>
        </p:spPr>
        <p:txBody>
          <a:bodyPr>
            <a:noAutofit/>
          </a:bodyPr>
          <a:lstStyle/>
          <a:p>
            <a:r>
              <a:rPr lang="en-US" sz="4400" dirty="0" smtClean="0"/>
              <a:t>Basic Concepts and Computer Evolution</a:t>
            </a:r>
            <a:endParaRPr lang="en-US" sz="4400" dirty="0"/>
          </a:p>
        </p:txBody>
      </p:sp>
      <p:sp>
        <p:nvSpPr>
          <p:cNvPr id="5" name="TextBox 4"/>
          <p:cNvSpPr txBox="1"/>
          <p:nvPr/>
        </p:nvSpPr>
        <p:spPr>
          <a:xfrm>
            <a:off x="5486400" y="1371600"/>
            <a:ext cx="2286000" cy="1938992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95536" y="116632"/>
            <a:ext cx="7556500" cy="995362"/>
          </a:xfrm>
        </p:spPr>
        <p:txBody>
          <a:bodyPr>
            <a:normAutofit/>
          </a:bodyPr>
          <a:lstStyle/>
          <a:p>
            <a:r>
              <a:rPr lang="en-GB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Computer Architecture</a:t>
            </a:r>
            <a:endParaRPr lang="en-GB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25" name="Content Placeholder 24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185387467"/>
              </p:ext>
            </p:extLst>
          </p:nvPr>
        </p:nvGraphicFramePr>
        <p:xfrm>
          <a:off x="316139" y="1441437"/>
          <a:ext cx="8547100" cy="5029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0" name="Text Placeholder 29"/>
          <p:cNvSpPr>
            <a:spLocks noGrp="1"/>
          </p:cNvSpPr>
          <p:nvPr>
            <p:ph type="body" sz="half" idx="4294967295"/>
          </p:nvPr>
        </p:nvSpPr>
        <p:spPr>
          <a:xfrm>
            <a:off x="1187624" y="692696"/>
            <a:ext cx="7559675" cy="774700"/>
          </a:xfrm>
        </p:spPr>
        <p:txBody>
          <a:bodyPr>
            <a:normAutofit/>
          </a:bodyPr>
          <a:lstStyle/>
          <a:p>
            <a:pPr algn="r">
              <a:spcBef>
                <a:spcPct val="0"/>
              </a:spcBef>
              <a:buNone/>
            </a:pPr>
            <a:r>
              <a:rPr lang="en-US" sz="3600" dirty="0" smtClean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Computer Organization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107504" y="6597352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457200"/>
            <a:ext cx="7556313" cy="1116106"/>
          </a:xfrm>
        </p:spPr>
        <p:txBody>
          <a:bodyPr>
            <a:normAutofit/>
          </a:bodyPr>
          <a:lstStyle/>
          <a:p>
            <a:r>
              <a:rPr lang="en-GB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rPr>
              <a:t>IBM System</a:t>
            </a:r>
            <a:endParaRPr lang="en-GB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ea typeface="+mn-ea"/>
              <a:cs typeface="+mn-cs"/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IBM System/370 architecture</a:t>
            </a:r>
          </a:p>
          <a:p>
            <a:pPr lvl="1"/>
            <a:r>
              <a:rPr lang="en-GB" sz="1638" dirty="0" smtClean="0"/>
              <a:t>Was introduced in 1970</a:t>
            </a:r>
          </a:p>
          <a:p>
            <a:pPr lvl="1"/>
            <a:r>
              <a:rPr lang="en-GB" sz="1638" dirty="0" smtClean="0"/>
              <a:t>Included a number of models</a:t>
            </a:r>
          </a:p>
          <a:p>
            <a:pPr lvl="1"/>
            <a:r>
              <a:rPr lang="en-GB" sz="1638" dirty="0" smtClean="0"/>
              <a:t>Could upgrade to a more expensive, faster model without having to abandon original software</a:t>
            </a:r>
          </a:p>
          <a:p>
            <a:pPr lvl="1"/>
            <a:r>
              <a:rPr lang="en-GB" sz="1638" dirty="0" smtClean="0"/>
              <a:t>New models are introduced with improved technology, but retain the same architecture so that the customer’s software investment is protected</a:t>
            </a:r>
          </a:p>
          <a:p>
            <a:pPr lvl="1"/>
            <a:r>
              <a:rPr lang="en-GB" sz="1638" dirty="0" smtClean="0"/>
              <a:t>Architecture has survived to this day as the architecture of IBM’s mainframe product line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sz="half" idx="4294967295"/>
          </p:nvPr>
        </p:nvSpPr>
        <p:spPr>
          <a:xfrm>
            <a:off x="-1066800" y="914400"/>
            <a:ext cx="7559675" cy="774700"/>
          </a:xfrm>
        </p:spPr>
        <p:txBody>
          <a:bodyPr>
            <a:normAutofit/>
          </a:bodyPr>
          <a:lstStyle/>
          <a:p>
            <a:pPr algn="r">
              <a:spcBef>
                <a:spcPct val="0"/>
              </a:spcBef>
              <a:buNone/>
            </a:pPr>
            <a:r>
              <a:rPr lang="en-US" sz="3600" dirty="0" smtClean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370 Architecture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5029200"/>
            <a:ext cx="2043775" cy="2057400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rPr>
              <a:t>Structure and Function</a:t>
            </a:r>
            <a:endParaRPr lang="en-GB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ea typeface="+mn-ea"/>
              <a:cs typeface="+mn-cs"/>
            </a:endParaRPr>
          </a:p>
        </p:txBody>
      </p:sp>
      <p:sp>
        <p:nvSpPr>
          <p:cNvPr id="25" name="Text Placeholder 24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657600" cy="4419600"/>
          </a:xfrm>
        </p:spPr>
        <p:txBody>
          <a:bodyPr>
            <a:norm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Hierarchical system</a:t>
            </a:r>
          </a:p>
          <a:p>
            <a:pPr lvl="1"/>
            <a:r>
              <a:rPr lang="en-US" dirty="0" smtClean="0">
                <a:solidFill>
                  <a:srgbClr val="000000"/>
                </a:solidFill>
              </a:rPr>
              <a:t>Set of interrelated subsystems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US" dirty="0" smtClean="0">
                <a:solidFill>
                  <a:srgbClr val="000000"/>
                </a:solidFill>
              </a:rPr>
              <a:t>Hierarchical nature of complex systems is essential to both their design and their description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US" dirty="0" smtClean="0">
                <a:solidFill>
                  <a:srgbClr val="000000"/>
                </a:solidFill>
              </a:rPr>
              <a:t>Designer need only deal with a particular level of the system at a time</a:t>
            </a:r>
          </a:p>
          <a:p>
            <a:pPr lvl="1"/>
            <a:r>
              <a:rPr lang="en-US" dirty="0" smtClean="0">
                <a:solidFill>
                  <a:srgbClr val="000000"/>
                </a:solidFill>
              </a:rPr>
              <a:t>Concerned with structure and function at each level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4876800" y="2133600"/>
            <a:ext cx="3657600" cy="3352800"/>
          </a:xfrm>
        </p:spPr>
        <p:txBody>
          <a:bodyPr>
            <a:normAutofit/>
          </a:bodyPr>
          <a:lstStyle/>
          <a:p>
            <a:r>
              <a:rPr lang="en-GB" dirty="0" smtClean="0">
                <a:solidFill>
                  <a:srgbClr val="000000"/>
                </a:solidFill>
              </a:rPr>
              <a:t>Structure</a:t>
            </a:r>
          </a:p>
          <a:p>
            <a:pPr lvl="1"/>
            <a:r>
              <a:rPr lang="en-GB" dirty="0" smtClean="0">
                <a:solidFill>
                  <a:srgbClr val="000000"/>
                </a:solidFill>
              </a:rPr>
              <a:t>The </a:t>
            </a:r>
            <a:r>
              <a:rPr lang="en-GB" dirty="0">
                <a:solidFill>
                  <a:srgbClr val="000000"/>
                </a:solidFill>
              </a:rPr>
              <a:t>way in which components relate to each other</a:t>
            </a:r>
          </a:p>
          <a:p>
            <a:r>
              <a:rPr lang="en-GB" dirty="0" smtClean="0">
                <a:solidFill>
                  <a:srgbClr val="000000"/>
                </a:solidFill>
              </a:rPr>
              <a:t>Function</a:t>
            </a:r>
          </a:p>
          <a:p>
            <a:pPr lvl="1"/>
            <a:r>
              <a:rPr lang="en-GB" dirty="0" smtClean="0">
                <a:solidFill>
                  <a:srgbClr val="000000"/>
                </a:solidFill>
              </a:rPr>
              <a:t>The </a:t>
            </a:r>
            <a:r>
              <a:rPr lang="en-GB" dirty="0">
                <a:solidFill>
                  <a:srgbClr val="000000"/>
                </a:solidFill>
              </a:rPr>
              <a:t>operation of individual components as part of the structure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00" y="5181600"/>
            <a:ext cx="1371600" cy="1450731"/>
          </a:xfrm>
          <a:prstGeom prst="rect">
            <a:avLst/>
          </a:prstGeom>
          <a:solidFill>
            <a:srgbClr val="6666CC"/>
          </a:solidFill>
          <a:scene3d>
            <a:camera prst="orthographicFront">
              <a:rot lat="0" lon="10799999" rev="0"/>
            </a:camera>
            <a:lightRig rig="threePt" dir="t"/>
          </a:scene3d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GB" dirty="0" smtClean="0"/>
              <a:t>Function</a:t>
            </a:r>
            <a:endParaRPr lang="en-GB" dirty="0"/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467544" y="1556792"/>
            <a:ext cx="7556313" cy="4968552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There are four basic functions that a computer can perform:</a:t>
            </a:r>
          </a:p>
          <a:p>
            <a:pPr lvl="1"/>
            <a:r>
              <a:rPr lang="en-US" dirty="0" smtClean="0"/>
              <a:t>Data processing</a:t>
            </a:r>
          </a:p>
          <a:p>
            <a:pPr lvl="2"/>
            <a:r>
              <a:rPr lang="en-US" dirty="0" smtClean="0"/>
              <a:t>Data may take a wide variety of forms and the range of processing requirements is broad</a:t>
            </a:r>
          </a:p>
          <a:p>
            <a:pPr lvl="1"/>
            <a:r>
              <a:rPr lang="en-US" dirty="0" smtClean="0"/>
              <a:t>Data storage</a:t>
            </a:r>
          </a:p>
          <a:p>
            <a:pPr lvl="2"/>
            <a:r>
              <a:rPr lang="en-US" dirty="0" smtClean="0"/>
              <a:t>Short-term</a:t>
            </a:r>
          </a:p>
          <a:p>
            <a:pPr lvl="2"/>
            <a:r>
              <a:rPr lang="en-US" dirty="0" smtClean="0"/>
              <a:t>Long-term</a:t>
            </a:r>
          </a:p>
          <a:p>
            <a:pPr lvl="1"/>
            <a:r>
              <a:rPr lang="en-US" dirty="0" smtClean="0"/>
              <a:t>Data movement</a:t>
            </a:r>
          </a:p>
          <a:p>
            <a:pPr lvl="2"/>
            <a:r>
              <a:rPr lang="en-US" dirty="0" smtClean="0"/>
              <a:t>Input-output (I/O) - when data are received from or delivered to a device (peripheral) that is directly connected to the computer</a:t>
            </a:r>
          </a:p>
          <a:p>
            <a:pPr lvl="2"/>
            <a:r>
              <a:rPr lang="en-US" dirty="0" smtClean="0"/>
              <a:t>Data communications – when data are moved over longer distances, to or from a remote device</a:t>
            </a:r>
          </a:p>
          <a:p>
            <a:pPr lvl="1"/>
            <a:r>
              <a:rPr lang="en-US" dirty="0" smtClean="0"/>
              <a:t>Control</a:t>
            </a:r>
          </a:p>
          <a:p>
            <a:pPr lvl="2"/>
            <a:r>
              <a:rPr lang="en-US" dirty="0" smtClean="0"/>
              <a:t>A control unit manages the computer’s resources and orchestrates the performance of its functional parts in response to instructions</a:t>
            </a:r>
            <a:endParaRPr lang="en-US" dirty="0"/>
          </a:p>
        </p:txBody>
      </p:sp>
      <p:sp>
        <p:nvSpPr>
          <p:cNvPr id="12" name="Minus 11"/>
          <p:cNvSpPr/>
          <p:nvPr/>
        </p:nvSpPr>
        <p:spPr>
          <a:xfrm>
            <a:off x="251520" y="1268760"/>
            <a:ext cx="1828800" cy="137160"/>
          </a:xfrm>
          <a:prstGeom prst="mathMinus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split orient="vert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611560" y="2708920"/>
            <a:ext cx="7556500" cy="1116012"/>
          </a:xfrm>
        </p:spPr>
        <p:txBody>
          <a:bodyPr/>
          <a:lstStyle/>
          <a:p>
            <a:r>
              <a:rPr lang="en-US" sz="40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Structure</a:t>
            </a:r>
            <a:endParaRPr lang="en-US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3" name="Picture 2" descr="f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856" y="-387424"/>
            <a:ext cx="5760640" cy="7454945"/>
          </a:xfrm>
          <a:prstGeom prst="rect">
            <a:avLst/>
          </a:prstGeom>
        </p:spPr>
      </p:pic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0" y="6492875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plus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idx="1"/>
          </p:nvPr>
        </p:nvSpPr>
        <p:spPr>
          <a:xfrm>
            <a:off x="3962400" y="990600"/>
            <a:ext cx="4876800" cy="6477000"/>
          </a:xfrm>
        </p:spPr>
        <p:txBody>
          <a:bodyPr>
            <a:noAutofit/>
          </a:bodyPr>
          <a:lstStyle/>
          <a:p>
            <a:pPr>
              <a:buClr>
                <a:schemeClr val="accent1">
                  <a:lumMod val="75000"/>
                </a:schemeClr>
              </a:buClr>
              <a:buSzPct val="128000"/>
              <a:buFont typeface="Wingdings" charset="2"/>
              <a:buChar char=""/>
            </a:pPr>
            <a:r>
              <a:rPr lang="en-US" sz="2100" dirty="0" smtClean="0">
                <a:solidFill>
                  <a:schemeClr val="tx1"/>
                </a:solidFill>
              </a:rPr>
              <a:t> </a:t>
            </a:r>
            <a:r>
              <a:rPr lang="en-US" sz="2400" dirty="0" smtClean="0">
                <a:solidFill>
                  <a:schemeClr val="tx1"/>
                </a:solidFill>
              </a:rPr>
              <a:t>CPU – controls the operation of the computer and performs its data processing functions </a:t>
            </a:r>
          </a:p>
          <a:p>
            <a:pPr>
              <a:buClr>
                <a:schemeClr val="accent1">
                  <a:lumMod val="75000"/>
                </a:schemeClr>
              </a:buClr>
              <a:buSzPct val="128000"/>
              <a:buFont typeface="Wingdings" charset="2"/>
              <a:buChar char=""/>
            </a:pPr>
            <a:r>
              <a:rPr lang="en-US" sz="2400" dirty="0" smtClean="0">
                <a:solidFill>
                  <a:schemeClr val="tx1"/>
                </a:solidFill>
              </a:rPr>
              <a:t> Main Memory – stores data</a:t>
            </a:r>
          </a:p>
          <a:p>
            <a:pPr>
              <a:buClr>
                <a:schemeClr val="accent1">
                  <a:lumMod val="75000"/>
                </a:schemeClr>
              </a:buClr>
              <a:buSzPct val="128000"/>
              <a:buFont typeface="Wingdings" charset="2"/>
              <a:buChar char=""/>
            </a:pPr>
            <a:r>
              <a:rPr lang="en-US" sz="2400" dirty="0" smtClean="0">
                <a:solidFill>
                  <a:schemeClr val="tx1"/>
                </a:solidFill>
              </a:rPr>
              <a:t> I/O – moves data between the computer and its external environment</a:t>
            </a:r>
          </a:p>
          <a:p>
            <a:pPr>
              <a:buClr>
                <a:schemeClr val="accent1">
                  <a:lumMod val="75000"/>
                </a:schemeClr>
              </a:buClr>
              <a:buSzPct val="128000"/>
              <a:buFont typeface="Wingdings" charset="2"/>
              <a:buChar char=""/>
            </a:pPr>
            <a:r>
              <a:rPr lang="en-US" sz="2400" dirty="0" smtClean="0">
                <a:solidFill>
                  <a:schemeClr val="tx1"/>
                </a:solidFill>
              </a:rPr>
              <a:t> System Interconnection – some mechanism that provides for communication among CPU, main memory, and I/O</a:t>
            </a:r>
            <a:endParaRPr lang="en-US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533400" y="1524000"/>
            <a:ext cx="29112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>
                <a:solidFill>
                  <a:srgbClr val="FFFFFF"/>
                </a:solidFill>
                <a:latin typeface="+mn-lt"/>
              </a:rPr>
              <a:t>There are four main structural components</a:t>
            </a:r>
          </a:p>
          <a:p>
            <a:r>
              <a:rPr lang="en-US" sz="2800" dirty="0" smtClean="0">
                <a:solidFill>
                  <a:srgbClr val="FFFFFF"/>
                </a:solidFill>
                <a:latin typeface="+mn-lt"/>
              </a:rPr>
              <a:t>of the computer:</a:t>
            </a:r>
            <a:endParaRPr lang="en-US" sz="28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62" name="Picture 6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962400"/>
            <a:ext cx="2146980" cy="213007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0" y="6492875"/>
            <a:ext cx="9144000" cy="365125"/>
          </a:xfrm>
        </p:spPr>
        <p:txBody>
          <a:bodyPr/>
          <a:lstStyle/>
          <a:p>
            <a:pPr algn="r"/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28600"/>
            <a:ext cx="3255264" cy="1162050"/>
          </a:xfrm>
        </p:spPr>
        <p:txBody>
          <a:bodyPr/>
          <a:lstStyle/>
          <a:p>
            <a:pPr algn="ctr"/>
            <a:r>
              <a:rPr lang="en-US" dirty="0" smtClean="0"/>
              <a:t>CPU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75" y="838200"/>
            <a:ext cx="4597399" cy="5791200"/>
          </a:xfrm>
        </p:spPr>
        <p:txBody>
          <a:bodyPr/>
          <a:lstStyle/>
          <a:p>
            <a:r>
              <a:rPr lang="en-US" dirty="0" smtClean="0">
                <a:solidFill>
                  <a:srgbClr val="000000"/>
                </a:solidFill>
              </a:rPr>
              <a:t>Control Unit</a:t>
            </a:r>
          </a:p>
          <a:p>
            <a:pPr lvl="1"/>
            <a:r>
              <a:rPr lang="en-US" dirty="0" smtClean="0">
                <a:solidFill>
                  <a:srgbClr val="000000"/>
                </a:solidFill>
              </a:rPr>
              <a:t>Controls the operation of the CPU and hence the computer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US" dirty="0" smtClean="0">
                <a:solidFill>
                  <a:srgbClr val="000000"/>
                </a:solidFill>
              </a:rPr>
              <a:t>Arithmetic and Logic Unit (ALU)</a:t>
            </a:r>
          </a:p>
          <a:p>
            <a:pPr lvl="1"/>
            <a:r>
              <a:rPr lang="en-US" dirty="0" smtClean="0">
                <a:solidFill>
                  <a:srgbClr val="000000"/>
                </a:solidFill>
              </a:rPr>
              <a:t>Performs the computer’s data processing function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US" dirty="0" smtClean="0">
                <a:solidFill>
                  <a:srgbClr val="000000"/>
                </a:solidFill>
              </a:rPr>
              <a:t>Registers</a:t>
            </a:r>
          </a:p>
          <a:p>
            <a:pPr lvl="1"/>
            <a:r>
              <a:rPr lang="en-US" dirty="0" smtClean="0">
                <a:solidFill>
                  <a:srgbClr val="000000"/>
                </a:solidFill>
              </a:rPr>
              <a:t>Provide storage internal to the CPU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US" dirty="0" smtClean="0">
                <a:solidFill>
                  <a:srgbClr val="000000"/>
                </a:solidFill>
              </a:rPr>
              <a:t>CPU Interconnection</a:t>
            </a:r>
          </a:p>
          <a:p>
            <a:pPr lvl="1"/>
            <a:r>
              <a:rPr lang="en-US" dirty="0" smtClean="0">
                <a:solidFill>
                  <a:srgbClr val="000000"/>
                </a:solidFill>
              </a:rPr>
              <a:t>Some mechanism that provides for communication among the control unit, ALU, and registers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00" y="1676400"/>
            <a:ext cx="3255264" cy="2392363"/>
          </a:xfrm>
        </p:spPr>
        <p:txBody>
          <a:bodyPr>
            <a:normAutofit/>
          </a:bodyPr>
          <a:lstStyle/>
          <a:p>
            <a:pPr algn="ctr">
              <a:spcBef>
                <a:spcPct val="0"/>
              </a:spcBef>
            </a:pPr>
            <a:r>
              <a:rPr lang="en-US" sz="2600" dirty="0" smtClean="0">
                <a:latin typeface="+mj-lt"/>
                <a:ea typeface="+mj-ea"/>
                <a:cs typeface="+mj-cs"/>
              </a:rPr>
              <a:t>Major structural components: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844596">
            <a:off x="1752600" y="4724400"/>
            <a:ext cx="1599971" cy="159997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77974">
            <a:off x="588811" y="2951012"/>
            <a:ext cx="1612900" cy="16129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59305" y="6492875"/>
            <a:ext cx="5284695" cy="365125"/>
          </a:xfrm>
        </p:spPr>
        <p:txBody>
          <a:bodyPr/>
          <a:lstStyle/>
          <a:p>
            <a:pPr algn="r"/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Multicore Computer Structure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8474" y="1772816"/>
            <a:ext cx="7745934" cy="4353347"/>
          </a:xfrm>
        </p:spPr>
        <p:txBody>
          <a:bodyPr>
            <a:normAutofit fontScale="92500" lnSpcReduction="10000"/>
          </a:bodyPr>
          <a:lstStyle/>
          <a:p>
            <a:r>
              <a:rPr lang="en-US" dirty="0" smtClean="0"/>
              <a:t>Central processing unit (CPU)</a:t>
            </a:r>
          </a:p>
          <a:p>
            <a:pPr lvl="1"/>
            <a:r>
              <a:rPr lang="en-US" dirty="0" smtClean="0"/>
              <a:t>Portion of the computer that fetches and executes instructions</a:t>
            </a:r>
          </a:p>
          <a:p>
            <a:pPr lvl="1"/>
            <a:r>
              <a:rPr lang="en-US" dirty="0" smtClean="0"/>
              <a:t>Consists of an ALU, a control unit, and registers</a:t>
            </a:r>
          </a:p>
          <a:p>
            <a:pPr lvl="1"/>
            <a:r>
              <a:rPr lang="en-US" dirty="0" smtClean="0"/>
              <a:t>Referred to as a processor in a system with a single processing unit</a:t>
            </a:r>
          </a:p>
          <a:p>
            <a:r>
              <a:rPr lang="en-US" dirty="0" smtClean="0"/>
              <a:t>Core</a:t>
            </a:r>
          </a:p>
          <a:p>
            <a:pPr lvl="1"/>
            <a:r>
              <a:rPr lang="en-US" dirty="0" smtClean="0"/>
              <a:t>An individual processing unit on a processor chip</a:t>
            </a:r>
          </a:p>
          <a:p>
            <a:pPr lvl="1"/>
            <a:r>
              <a:rPr lang="en-US" dirty="0" smtClean="0"/>
              <a:t>May be equivalent in functionality to a CPU on a single-CPU system</a:t>
            </a:r>
          </a:p>
          <a:p>
            <a:pPr lvl="1"/>
            <a:r>
              <a:rPr lang="en-US" dirty="0" smtClean="0"/>
              <a:t>Specialized processing units are also referred to as cores</a:t>
            </a:r>
          </a:p>
          <a:p>
            <a:r>
              <a:rPr lang="en-US" dirty="0" smtClean="0"/>
              <a:t>Processor </a:t>
            </a:r>
          </a:p>
          <a:p>
            <a:pPr lvl="1"/>
            <a:r>
              <a:rPr lang="en-US" dirty="0" smtClean="0"/>
              <a:t>A physical piece of silicon containing one or more cores</a:t>
            </a:r>
          </a:p>
          <a:p>
            <a:pPr lvl="1"/>
            <a:r>
              <a:rPr lang="en-US" dirty="0" smtClean="0"/>
              <a:t>Is the computer component that interprets and executes instructions</a:t>
            </a:r>
          </a:p>
          <a:p>
            <a:pPr lvl="1"/>
            <a:r>
              <a:rPr lang="en-US" dirty="0" smtClean="0"/>
              <a:t>Referred to as a </a:t>
            </a:r>
            <a:r>
              <a:rPr lang="en-US" i="1" dirty="0" smtClean="0"/>
              <a:t>multicore processor </a:t>
            </a:r>
            <a:r>
              <a:rPr lang="en-US" dirty="0" smtClean="0"/>
              <a:t>if it contains multiple cores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735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Cache Memory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Multiple layers of memory between the processor and main memory</a:t>
            </a:r>
          </a:p>
          <a:p>
            <a:r>
              <a:rPr lang="en-US" dirty="0" smtClean="0"/>
              <a:t>Is smaller and faster than main memory</a:t>
            </a:r>
            <a:endParaRPr lang="en-US" dirty="0" smtClean="0"/>
          </a:p>
          <a:p>
            <a:r>
              <a:rPr lang="en-US" dirty="0" smtClean="0"/>
              <a:t>Used to speed up </a:t>
            </a:r>
            <a:r>
              <a:rPr lang="en-US" dirty="0" smtClean="0"/>
              <a:t>memory </a:t>
            </a:r>
            <a:r>
              <a:rPr lang="en-US" dirty="0" smtClean="0"/>
              <a:t>access by placing in the cache data from main memory that is likely to be used in the near future</a:t>
            </a:r>
          </a:p>
          <a:p>
            <a:r>
              <a:rPr lang="en-US" dirty="0" smtClean="0"/>
              <a:t>A greater performance improvement may be obtained by using multiple levels of cache, with level 1 (L1) closest to the core and additional levels (L2, L3, etc.) progressively farther from the core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560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f2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-315416"/>
            <a:ext cx="5760640" cy="7454946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179512" y="6492875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8313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otherboard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1340769"/>
            <a:ext cx="7636261" cy="36093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71600" y="5301208"/>
            <a:ext cx="76328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smtClean="0">
                <a:solidFill>
                  <a:schemeClr val="bg1"/>
                </a:solidFill>
                <a:latin typeface="+mj-lt"/>
              </a:rPr>
              <a:t>Figure 1.3</a:t>
            </a:r>
          </a:p>
          <a:p>
            <a:r>
              <a:rPr lang="en-US" sz="2200" dirty="0">
                <a:solidFill>
                  <a:srgbClr val="FFFFFF"/>
                </a:solidFill>
                <a:latin typeface="+mj-lt"/>
              </a:rPr>
              <a:t>Motherboard with Two Intel Quad</a:t>
            </a:r>
            <a:r>
              <a:rPr lang="en-US" sz="2200" dirty="0" smtClean="0">
                <a:solidFill>
                  <a:srgbClr val="FFFFFF"/>
                </a:solidFill>
                <a:latin typeface="+mj-lt"/>
              </a:rPr>
              <a:t>-Core</a:t>
            </a:r>
            <a:r>
              <a:rPr lang="en-US" sz="2200" dirty="0">
                <a:solidFill>
                  <a:srgbClr val="FFFFFF"/>
                </a:solidFill>
                <a:latin typeface="+mj-lt"/>
              </a:rPr>
              <a:t> </a:t>
            </a:r>
            <a:r>
              <a:rPr lang="en-US" sz="2200" dirty="0" smtClean="0">
                <a:solidFill>
                  <a:srgbClr val="FFFFFF"/>
                </a:solidFill>
                <a:latin typeface="+mj-lt"/>
              </a:rPr>
              <a:t>Xeon </a:t>
            </a:r>
            <a:r>
              <a:rPr lang="en-US" sz="2200" dirty="0">
                <a:solidFill>
                  <a:srgbClr val="FFFFFF"/>
                </a:solidFill>
                <a:latin typeface="+mj-lt"/>
              </a:rPr>
              <a:t>Processors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611560" y="6515745"/>
            <a:ext cx="5638800" cy="365125"/>
          </a:xfrm>
        </p:spPr>
        <p:txBody>
          <a:bodyPr/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© 2016 Pearson Education, Inc., </a:t>
            </a:r>
            <a:r>
              <a:rPr lang="en-US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Hoboken,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NJ.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052168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8224" y="1844824"/>
            <a:ext cx="2448272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smtClean="0">
                <a:latin typeface="+mj-lt"/>
              </a:rPr>
              <a:t>Figure 1.4</a:t>
            </a:r>
          </a:p>
          <a:p>
            <a:pPr algn="ctr"/>
            <a:endParaRPr lang="en-US" dirty="0">
              <a:latin typeface="+mj-lt"/>
            </a:endParaRPr>
          </a:p>
          <a:p>
            <a:pPr algn="ctr"/>
            <a:endParaRPr lang="en-US" dirty="0" smtClean="0">
              <a:latin typeface="+mj-lt"/>
            </a:endParaRPr>
          </a:p>
          <a:p>
            <a:pPr algn="ctr"/>
            <a:r>
              <a:rPr lang="en-US" dirty="0" err="1" smtClean="0">
                <a:latin typeface="+mj-lt"/>
              </a:rPr>
              <a:t>zEnterprise</a:t>
            </a:r>
            <a:r>
              <a:rPr lang="en-US" dirty="0" smtClean="0">
                <a:latin typeface="+mj-lt"/>
              </a:rPr>
              <a:t> EC12 Processor Unit (PU) </a:t>
            </a:r>
          </a:p>
          <a:p>
            <a:pPr algn="ctr"/>
            <a:r>
              <a:rPr lang="en-US" dirty="0">
                <a:latin typeface="+mj-lt"/>
              </a:rPr>
              <a:t>C</a:t>
            </a:r>
            <a:r>
              <a:rPr lang="en-US" dirty="0" smtClean="0">
                <a:latin typeface="+mj-lt"/>
              </a:rPr>
              <a:t>hip </a:t>
            </a:r>
            <a:r>
              <a:rPr lang="en-US" dirty="0">
                <a:latin typeface="+mj-lt"/>
              </a:rPr>
              <a:t>D</a:t>
            </a:r>
            <a:r>
              <a:rPr lang="en-US" dirty="0" smtClean="0">
                <a:latin typeface="+mj-lt"/>
              </a:rPr>
              <a:t>iagram</a:t>
            </a:r>
            <a:endParaRPr lang="en-US" dirty="0">
              <a:latin typeface="+mj-lt"/>
            </a:endParaRPr>
          </a:p>
        </p:txBody>
      </p:sp>
      <p:pic>
        <p:nvPicPr>
          <p:cNvPr id="3" name="Picture 2" descr="EC12-PU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16632"/>
            <a:ext cx="6336704" cy="6628047"/>
          </a:xfrm>
          <a:prstGeom prst="rect">
            <a:avLst/>
          </a:prstGeom>
        </p:spPr>
      </p:pic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51520" y="6597352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0569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C12-Core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88640"/>
            <a:ext cx="5616624" cy="6397744"/>
          </a:xfrm>
          <a:prstGeom prst="rect">
            <a:avLst/>
          </a:prstGeom>
          <a:ln>
            <a:solidFill>
              <a:schemeClr val="tx2">
                <a:lumMod val="10000"/>
                <a:lumOff val="90000"/>
              </a:schemeClr>
            </a:solidFill>
          </a:ln>
        </p:spPr>
      </p:pic>
      <p:sp>
        <p:nvSpPr>
          <p:cNvPr id="4" name="Rectangle 3"/>
          <p:cNvSpPr/>
          <p:nvPr/>
        </p:nvSpPr>
        <p:spPr>
          <a:xfrm>
            <a:off x="5940152" y="1628800"/>
            <a:ext cx="3203848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latin typeface="+mj-lt"/>
              </a:rPr>
              <a:t>Figure </a:t>
            </a:r>
            <a:r>
              <a:rPr lang="en-US" sz="3600" dirty="0" smtClean="0">
                <a:latin typeface="+mj-lt"/>
              </a:rPr>
              <a:t>1.5</a:t>
            </a:r>
            <a:endParaRPr lang="en-US" sz="3600" dirty="0">
              <a:latin typeface="+mj-lt"/>
            </a:endParaRPr>
          </a:p>
          <a:p>
            <a:pPr algn="ctr"/>
            <a:endParaRPr lang="en-US" sz="2800" dirty="0">
              <a:latin typeface="+mj-lt"/>
            </a:endParaRPr>
          </a:p>
          <a:p>
            <a:pPr algn="ctr"/>
            <a:endParaRPr lang="en-US" sz="2800" dirty="0">
              <a:latin typeface="+mj-lt"/>
            </a:endParaRPr>
          </a:p>
          <a:p>
            <a:pPr algn="ctr"/>
            <a:r>
              <a:rPr lang="en-US" sz="3200" dirty="0" err="1">
                <a:latin typeface="+mj-lt"/>
              </a:rPr>
              <a:t>zEnterprise</a:t>
            </a:r>
            <a:r>
              <a:rPr lang="en-US" sz="3200" dirty="0">
                <a:latin typeface="+mj-lt"/>
              </a:rPr>
              <a:t> </a:t>
            </a:r>
            <a:endParaRPr lang="en-US" sz="3200" dirty="0" smtClean="0">
              <a:latin typeface="+mj-lt"/>
            </a:endParaRPr>
          </a:p>
          <a:p>
            <a:pPr algn="ctr"/>
            <a:r>
              <a:rPr lang="en-US" sz="3200" dirty="0" smtClean="0">
                <a:latin typeface="+mj-lt"/>
              </a:rPr>
              <a:t>EC12 </a:t>
            </a:r>
          </a:p>
          <a:p>
            <a:pPr algn="ctr"/>
            <a:r>
              <a:rPr lang="en-US" sz="3200" dirty="0" smtClean="0">
                <a:latin typeface="+mj-lt"/>
              </a:rPr>
              <a:t>Core Layout</a:t>
            </a:r>
            <a:endParaRPr lang="en-US" sz="3200" dirty="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0152" y="188640"/>
            <a:ext cx="344798" cy="539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179512" y="6512720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871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 of Computers</a:t>
            </a:r>
            <a:endParaRPr lang="en-GB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539552" y="2276872"/>
            <a:ext cx="7556313" cy="4144963"/>
          </a:xfrm>
        </p:spPr>
        <p:txBody>
          <a:bodyPr>
            <a:normAutofit/>
          </a:bodyPr>
          <a:lstStyle/>
          <a:p>
            <a:r>
              <a:rPr lang="en-GB" dirty="0" smtClean="0"/>
              <a:t>Vacuum tubes were used for digital logic                     elements and memory</a:t>
            </a:r>
          </a:p>
          <a:p>
            <a:pPr>
              <a:spcBef>
                <a:spcPts val="1200"/>
              </a:spcBef>
            </a:pPr>
            <a:r>
              <a:rPr lang="en-GB" dirty="0" smtClean="0"/>
              <a:t>IAS computer</a:t>
            </a:r>
          </a:p>
          <a:p>
            <a:pPr lvl="1">
              <a:spcBef>
                <a:spcPts val="1200"/>
              </a:spcBef>
            </a:pPr>
            <a:r>
              <a:rPr lang="en-GB" dirty="0" smtClean="0"/>
              <a:t>Fundamental design approach was the stored </a:t>
            </a:r>
            <a:r>
              <a:rPr lang="en-GB" dirty="0"/>
              <a:t>program concept</a:t>
            </a:r>
          </a:p>
          <a:p>
            <a:pPr lvl="2"/>
            <a:r>
              <a:rPr lang="en-GB" dirty="0"/>
              <a:t>Attributed </a:t>
            </a:r>
            <a:r>
              <a:rPr lang="en-GB" dirty="0" smtClean="0"/>
              <a:t>to the </a:t>
            </a:r>
            <a:r>
              <a:rPr lang="en-GB" dirty="0"/>
              <a:t>mathematician John von </a:t>
            </a:r>
            <a:r>
              <a:rPr lang="en-GB" dirty="0" smtClean="0"/>
              <a:t>Neumann</a:t>
            </a:r>
          </a:p>
          <a:p>
            <a:pPr lvl="2">
              <a:spcBef>
                <a:spcPts val="1200"/>
              </a:spcBef>
            </a:pPr>
            <a:r>
              <a:rPr lang="en-GB" dirty="0"/>
              <a:t>First publication of the idea was in 1945 for the EDVAC</a:t>
            </a:r>
          </a:p>
          <a:p>
            <a:pPr lvl="1">
              <a:spcBef>
                <a:spcPts val="1200"/>
              </a:spcBef>
            </a:pPr>
            <a:r>
              <a:rPr lang="en-GB" dirty="0"/>
              <a:t>Design began at the Princeton Institute for Advanced Studies</a:t>
            </a:r>
          </a:p>
          <a:p>
            <a:pPr lvl="1">
              <a:spcBef>
                <a:spcPts val="1200"/>
              </a:spcBef>
            </a:pPr>
            <a:r>
              <a:rPr lang="en-GB" dirty="0"/>
              <a:t>Completed in 1952</a:t>
            </a:r>
          </a:p>
          <a:p>
            <a:pPr lvl="1">
              <a:spcBef>
                <a:spcPts val="1200"/>
              </a:spcBef>
            </a:pPr>
            <a:r>
              <a:rPr lang="en-GB" dirty="0"/>
              <a:t>Prototype of all subsequent general-purpose computers</a:t>
            </a:r>
          </a:p>
          <a:p>
            <a:pPr>
              <a:spcBef>
                <a:spcPts val="1200"/>
              </a:spcBef>
            </a:pPr>
            <a:endParaRPr lang="en-GB" dirty="0" smtClean="0"/>
          </a:p>
        </p:txBody>
      </p:sp>
      <p:sp>
        <p:nvSpPr>
          <p:cNvPr id="6" name="Text Placeholder 5"/>
          <p:cNvSpPr>
            <a:spLocks noGrp="1"/>
          </p:cNvSpPr>
          <p:nvPr>
            <p:ph type="body" sz="half" idx="4294967295"/>
          </p:nvPr>
        </p:nvSpPr>
        <p:spPr>
          <a:xfrm>
            <a:off x="1066800" y="1143000"/>
            <a:ext cx="7143750" cy="774700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buNone/>
            </a:pPr>
            <a:r>
              <a:rPr lang="en-US" sz="3600" dirty="0" smtClean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First Generation:  Vacuum Tubes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alphaModFix amt="87000"/>
            <a:lum/>
          </a:blip>
          <a:stretch>
            <a:fillRect/>
          </a:stretch>
        </p:blipFill>
        <p:spPr>
          <a:xfrm>
            <a:off x="6228184" y="1916832"/>
            <a:ext cx="2514600" cy="1722501"/>
          </a:xfrm>
          <a:prstGeom prst="rect">
            <a:avLst/>
          </a:prstGeom>
          <a:effectLst>
            <a:softEdge rad="279400"/>
          </a:effectLst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6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704" y="-603448"/>
            <a:ext cx="5832648" cy="7548132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9512" y="6492875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prism dir="r"/>
      </p:transition>
    </mc:Choice>
    <mc:Fallback xmlns="">
      <p:transition xmlns:p14="http://schemas.microsoft.com/office/powerpoint/2010/main"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7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628" b="25128"/>
          <a:stretch/>
        </p:blipFill>
        <p:spPr>
          <a:xfrm>
            <a:off x="-7982" y="301726"/>
            <a:ext cx="9151982" cy="6542884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5749925" cy="1116106"/>
          </a:xfrm>
        </p:spPr>
        <p:txBody>
          <a:bodyPr vert="horz"/>
          <a:lstStyle/>
          <a:p>
            <a:pPr algn="r"/>
            <a:r>
              <a:rPr lang="en-US" sz="4400" kern="2200" dirty="0" smtClean="0">
                <a:solidFill>
                  <a:schemeClr val="accent3"/>
                </a:solidFill>
              </a:rPr>
              <a:t>Registers</a:t>
            </a:r>
            <a:endParaRPr lang="en-US" sz="4400" kern="2200" dirty="0">
              <a:solidFill>
                <a:schemeClr val="accent3"/>
              </a:solidFill>
            </a:endParaRPr>
          </a:p>
        </p:txBody>
      </p:sp>
      <p:graphicFrame>
        <p:nvGraphicFramePr>
          <p:cNvPr id="8" name="Content Placeholder 7"/>
          <p:cNvGraphicFramePr>
            <a:graphicFrameLocks noGrp="1"/>
          </p:cNvGraphicFramePr>
          <p:nvPr>
            <p:ph idx="1"/>
          </p:nvPr>
        </p:nvGraphicFramePr>
        <p:xfrm>
          <a:off x="381000" y="1219200"/>
          <a:ext cx="7467600" cy="5181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f8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90" b="5501"/>
          <a:stretch/>
        </p:blipFill>
        <p:spPr>
          <a:xfrm>
            <a:off x="1691680" y="-171400"/>
            <a:ext cx="5904656" cy="672508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/>
          <p:cNvSpPr txBox="1"/>
          <p:nvPr/>
        </p:nvSpPr>
        <p:spPr>
          <a:xfrm>
            <a:off x="0" y="6858000"/>
            <a:ext cx="9144000" cy="381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188640"/>
            <a:ext cx="4968552" cy="64622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84168" y="2132856"/>
            <a:ext cx="2539502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+mj-lt"/>
                <a:ea typeface="+mj-ea"/>
                <a:cs typeface="+mj-cs"/>
              </a:rPr>
              <a:t>Table 1.1  </a:t>
            </a:r>
          </a:p>
          <a:p>
            <a:pPr algn="ctr"/>
            <a:endParaRPr lang="en-US" sz="2800" dirty="0">
              <a:latin typeface="+mj-lt"/>
              <a:ea typeface="+mj-ea"/>
              <a:cs typeface="+mj-cs"/>
            </a:endParaRPr>
          </a:p>
          <a:p>
            <a:pPr algn="ctr"/>
            <a:r>
              <a:rPr lang="en-US" sz="2800" dirty="0">
                <a:latin typeface="+mj-lt"/>
                <a:ea typeface="+mj-ea"/>
                <a:cs typeface="+mj-cs"/>
              </a:rPr>
              <a:t>The IAS </a:t>
            </a:r>
          </a:p>
          <a:p>
            <a:pPr algn="ctr"/>
            <a:r>
              <a:rPr lang="en-US" sz="2800" dirty="0">
                <a:latin typeface="+mj-lt"/>
                <a:ea typeface="+mj-ea"/>
                <a:cs typeface="+mj-cs"/>
              </a:rPr>
              <a:t>Instruction Set</a:t>
            </a:r>
          </a:p>
          <a:p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652120" y="6093296"/>
            <a:ext cx="3491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smtClean="0">
                <a:latin typeface="+mn-lt"/>
              </a:rPr>
              <a:t>(Table can be found on page 17 in the textbook.)</a:t>
            </a:r>
            <a:endParaRPr lang="en-US" sz="1100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 of Computers</a:t>
            </a:r>
            <a:endParaRPr lang="en-GB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533400" y="2057400"/>
            <a:ext cx="7556313" cy="4419600"/>
          </a:xfrm>
        </p:spPr>
        <p:txBody>
          <a:bodyPr>
            <a:normAutofit/>
          </a:bodyPr>
          <a:lstStyle/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GB" sz="2000" dirty="0" smtClean="0"/>
              <a:t>Smaller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GB" sz="2000" dirty="0" smtClean="0"/>
              <a:t>Cheaper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GB" sz="2000" dirty="0" smtClean="0"/>
              <a:t>Dissipates less heat than a vacuum tube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GB" sz="2000" dirty="0" smtClean="0"/>
              <a:t>Is a </a:t>
            </a:r>
            <a:r>
              <a:rPr lang="en-GB" sz="2000" i="1" dirty="0" smtClean="0"/>
              <a:t>solid state device </a:t>
            </a:r>
            <a:r>
              <a:rPr lang="en-GB" sz="2000" dirty="0" smtClean="0"/>
              <a:t>made from silicon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GB" sz="2000" dirty="0" smtClean="0"/>
              <a:t>Was invented at Bell Labs in 1947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GB" sz="2000" dirty="0" smtClean="0"/>
              <a:t>It was not until the late 1950’s that fully transistorized computers were commercially available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endParaRPr lang="en-GB" sz="2000" dirty="0" smtClean="0"/>
          </a:p>
        </p:txBody>
      </p:sp>
      <p:sp>
        <p:nvSpPr>
          <p:cNvPr id="6" name="Text Placeholder 5"/>
          <p:cNvSpPr>
            <a:spLocks noGrp="1"/>
          </p:cNvSpPr>
          <p:nvPr>
            <p:ph type="body" sz="half" idx="4294967295"/>
          </p:nvPr>
        </p:nvSpPr>
        <p:spPr>
          <a:xfrm>
            <a:off x="990600" y="1066800"/>
            <a:ext cx="7143750" cy="774700"/>
          </a:xfrm>
        </p:spPr>
        <p:txBody>
          <a:bodyPr/>
          <a:lstStyle/>
          <a:p>
            <a:pPr>
              <a:spcBef>
                <a:spcPct val="0"/>
              </a:spcBef>
              <a:buNone/>
            </a:pPr>
            <a:r>
              <a:rPr lang="en-US" sz="3600" dirty="0" smtClean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Second Generation:  Transistors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0" y="2133600"/>
            <a:ext cx="3055671" cy="2276475"/>
          </a:xfrm>
          <a:prstGeom prst="rect">
            <a:avLst/>
          </a:prstGeom>
          <a:effectLst>
            <a:softEdge rad="228600"/>
          </a:effectLst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98474" y="484094"/>
            <a:ext cx="7556313" cy="1432738"/>
          </a:xfrm>
        </p:spPr>
        <p:txBody>
          <a:bodyPr/>
          <a:lstStyle/>
          <a:p>
            <a:pPr algn="ctr"/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Table 1.2</a:t>
            </a:r>
            <a:b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Computer Generations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3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 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8" y="2852936"/>
            <a:ext cx="7909342" cy="3038244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pull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>
          <a:xfrm>
            <a:off x="611560" y="620688"/>
            <a:ext cx="7556313" cy="1116106"/>
          </a:xfrm>
        </p:spPr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Second Generation Computers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>
          <a:xfrm>
            <a:off x="467544" y="1916832"/>
            <a:ext cx="7556313" cy="4536504"/>
          </a:xfrm>
        </p:spPr>
        <p:txBody>
          <a:bodyPr>
            <a:normAutofit/>
          </a:bodyPr>
          <a:lstStyle/>
          <a:p>
            <a:r>
              <a:rPr lang="en-US" sz="2800" dirty="0" smtClean="0"/>
              <a:t>Introduced:</a:t>
            </a:r>
          </a:p>
          <a:p>
            <a:pPr lvl="1"/>
            <a:r>
              <a:rPr lang="en-US" sz="2400" dirty="0" smtClean="0"/>
              <a:t>More complex arithmetic and logic units and control units</a:t>
            </a:r>
          </a:p>
          <a:p>
            <a:pPr lvl="1"/>
            <a:r>
              <a:rPr lang="en-US" sz="2400" dirty="0" smtClean="0"/>
              <a:t>The use of high-level programming languages</a:t>
            </a:r>
          </a:p>
          <a:p>
            <a:pPr lvl="1"/>
            <a:r>
              <a:rPr lang="en-US" sz="2400" dirty="0" smtClean="0"/>
              <a:t>Provision of </a:t>
            </a:r>
            <a:r>
              <a:rPr lang="en-US" sz="2400" i="1" dirty="0" smtClean="0"/>
              <a:t>system software </a:t>
            </a:r>
            <a:r>
              <a:rPr lang="en-US" sz="2400" dirty="0" smtClean="0"/>
              <a:t>which provided the ability to:</a:t>
            </a:r>
          </a:p>
          <a:p>
            <a:pPr lvl="2"/>
            <a:r>
              <a:rPr lang="en-US" sz="2200" dirty="0" smtClean="0"/>
              <a:t>Load programs </a:t>
            </a:r>
          </a:p>
          <a:p>
            <a:pPr lvl="2"/>
            <a:r>
              <a:rPr lang="en-US" sz="2200" dirty="0"/>
              <a:t>M</a:t>
            </a:r>
            <a:r>
              <a:rPr lang="en-US" sz="2200" dirty="0" smtClean="0"/>
              <a:t>ove data to peripherals  </a:t>
            </a:r>
          </a:p>
          <a:p>
            <a:pPr lvl="2"/>
            <a:r>
              <a:rPr lang="en-US" sz="2200" dirty="0" smtClean="0"/>
              <a:t>Libraries perform common computations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800" y="4453467"/>
            <a:ext cx="1846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84418">
            <a:off x="7441113" y="5115563"/>
            <a:ext cx="1630349" cy="1656646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f9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1" b="13416"/>
          <a:stretch/>
        </p:blipFill>
        <p:spPr>
          <a:xfrm>
            <a:off x="683568" y="-243408"/>
            <a:ext cx="7699667" cy="6892580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half" idx="4294967295"/>
          </p:nvPr>
        </p:nvSpPr>
        <p:spPr>
          <a:xfrm>
            <a:off x="685800" y="1143000"/>
            <a:ext cx="7543800" cy="774700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buNone/>
            </a:pPr>
            <a:r>
              <a:rPr lang="en-US" sz="3300" dirty="0" smtClean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Third Generation:  Integrated Circuits</a:t>
            </a:r>
          </a:p>
        </p:txBody>
      </p:sp>
      <p:sp>
        <p:nvSpPr>
          <p:cNvPr id="1843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533400" y="381000"/>
            <a:ext cx="7556500" cy="1116012"/>
          </a:xfrm>
        </p:spPr>
        <p:txBody>
          <a:bodyPr/>
          <a:lstStyle/>
          <a:p>
            <a:r>
              <a:rPr lang="en-GB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History of Computers</a:t>
            </a:r>
            <a:endParaRPr lang="en-GB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838200" y="2667000"/>
            <a:ext cx="7556500" cy="4495800"/>
          </a:xfrm>
        </p:spPr>
        <p:txBody>
          <a:bodyPr>
            <a:normAutofit/>
          </a:bodyPr>
          <a:lstStyle/>
          <a:p>
            <a:r>
              <a:rPr lang="en-GB" dirty="0" smtClean="0"/>
              <a:t>1958 – the invention of the integrated circuit </a:t>
            </a:r>
          </a:p>
          <a:p>
            <a:r>
              <a:rPr lang="en-GB" i="1" dirty="0" smtClean="0"/>
              <a:t>Discrete component</a:t>
            </a:r>
          </a:p>
          <a:p>
            <a:pPr lvl="1"/>
            <a:r>
              <a:rPr lang="en-GB" dirty="0" smtClean="0"/>
              <a:t>Single, self-contained transistor</a:t>
            </a:r>
          </a:p>
          <a:p>
            <a:pPr lvl="1"/>
            <a:r>
              <a:rPr lang="en-GB" dirty="0" smtClean="0"/>
              <a:t>Manufactured separately, packaged in their own containers, and soldered or wired together onto masonite-like circuit boards</a:t>
            </a:r>
          </a:p>
          <a:p>
            <a:pPr lvl="1"/>
            <a:r>
              <a:rPr lang="en-GB" dirty="0" smtClean="0"/>
              <a:t>Manufacturing process was expensive and cumbersome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GB" sz="2000" dirty="0" smtClean="0"/>
              <a:t>The two most important members of the third generation were the IBM System/360 and the DEC PDP-8 </a:t>
            </a:r>
          </a:p>
          <a:p>
            <a:pPr lvl="1"/>
            <a:endParaRPr lang="en-GB" dirty="0" smtClean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280" y="1916832"/>
            <a:ext cx="1524000" cy="190546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f10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643" b="31460"/>
          <a:stretch/>
        </p:blipFill>
        <p:spPr>
          <a:xfrm>
            <a:off x="-176569" y="1196752"/>
            <a:ext cx="9530195" cy="5290533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 xmlns:p14="http://schemas.microsoft.com/office/powerpoint/2010/main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990600" y="457200"/>
            <a:ext cx="7556313" cy="1116106"/>
          </a:xfrm>
        </p:spPr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Integrated </a:t>
            </a:r>
            <a:b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Circuits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half" idx="1"/>
          </p:nvPr>
        </p:nvSpPr>
        <p:spPr>
          <a:xfrm>
            <a:off x="4343400" y="381000"/>
            <a:ext cx="3657600" cy="2885123"/>
          </a:xfrm>
        </p:spPr>
        <p:txBody>
          <a:bodyPr>
            <a:normAutofit/>
          </a:bodyPr>
          <a:lstStyle/>
          <a:p>
            <a:r>
              <a:rPr lang="en-US" dirty="0" smtClean="0"/>
              <a:t>A computer consists of gates, memory cells, and interconnections among these elements</a:t>
            </a:r>
          </a:p>
          <a:p>
            <a:r>
              <a:rPr lang="en-US" dirty="0" smtClean="0"/>
              <a:t>The gates and memory cells are constructed of simple digital electronic components</a:t>
            </a:r>
            <a:endParaRPr lang="en-US" dirty="0"/>
          </a:p>
        </p:txBody>
      </p:sp>
      <p:sp>
        <p:nvSpPr>
          <p:cNvPr id="17" name="Content Placeholder 16"/>
          <p:cNvSpPr>
            <a:spLocks noGrp="1"/>
          </p:cNvSpPr>
          <p:nvPr>
            <p:ph sz="half" idx="15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Data storage – provided by memory cells</a:t>
            </a:r>
          </a:p>
          <a:p>
            <a:r>
              <a:rPr lang="en-US" dirty="0" smtClean="0"/>
              <a:t>Data processing – provided by gates</a:t>
            </a:r>
          </a:p>
          <a:p>
            <a:r>
              <a:rPr lang="en-US" dirty="0" smtClean="0"/>
              <a:t>Data movement – the paths among components are used to move data from memory to memory and from memory through gates to memory</a:t>
            </a:r>
          </a:p>
          <a:p>
            <a:r>
              <a:rPr lang="en-US" dirty="0" smtClean="0"/>
              <a:t>Control – the paths among components can carry control signals</a:t>
            </a:r>
            <a:endParaRPr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half" idx="16"/>
          </p:nvPr>
        </p:nvSpPr>
        <p:spPr>
          <a:xfrm>
            <a:off x="4410075" y="2895600"/>
            <a:ext cx="3657600" cy="3240024"/>
          </a:xfrm>
        </p:spPr>
        <p:txBody>
          <a:bodyPr>
            <a:normAutofit fontScale="92500" lnSpcReduction="10000"/>
          </a:bodyPr>
          <a:lstStyle/>
          <a:p>
            <a:r>
              <a:rPr lang="en-US" dirty="0" smtClean="0"/>
              <a:t>Exploits the fact that such components as transistors, resistors, and conductors can be fabricated from a semiconductor such as silicon</a:t>
            </a:r>
          </a:p>
          <a:p>
            <a:r>
              <a:rPr lang="en-US" dirty="0" smtClean="0"/>
              <a:t>Many transistors can be produced at the same time on a single wafer of silicon</a:t>
            </a:r>
          </a:p>
          <a:p>
            <a:r>
              <a:rPr lang="en-US" dirty="0" smtClean="0"/>
              <a:t>Transistors can be connected with a processor metallization to form circuits</a:t>
            </a:r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f1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09" b="13098"/>
          <a:stretch/>
        </p:blipFill>
        <p:spPr>
          <a:xfrm>
            <a:off x="251520" y="-373292"/>
            <a:ext cx="9605532" cy="7221309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cover dir="ld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f12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269" b="22438"/>
          <a:stretch/>
        </p:blipFill>
        <p:spPr>
          <a:xfrm>
            <a:off x="0" y="116632"/>
            <a:ext cx="9144000" cy="6424788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pull dir="rd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80" name="Rectangle 4"/>
          <p:cNvSpPr>
            <a:spLocks noGrp="1" noChangeArrowheads="1"/>
          </p:cNvSpPr>
          <p:nvPr>
            <p:ph type="title" idx="4294967295"/>
          </p:nvPr>
        </p:nvSpPr>
        <p:spPr>
          <a:xfrm>
            <a:off x="228600" y="0"/>
            <a:ext cx="3048000" cy="990600"/>
          </a:xfrm>
        </p:spPr>
        <p:txBody>
          <a:bodyPr/>
          <a:lstStyle/>
          <a:p>
            <a:r>
              <a:rPr lang="en-US" dirty="0">
                <a:solidFill>
                  <a:schemeClr val="accent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Moore’s Law</a:t>
            </a:r>
          </a:p>
        </p:txBody>
      </p:sp>
      <p:graphicFrame>
        <p:nvGraphicFramePr>
          <p:cNvPr id="43" name="Content Placeholder 42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999267777"/>
              </p:ext>
            </p:extLst>
          </p:nvPr>
        </p:nvGraphicFramePr>
        <p:xfrm>
          <a:off x="274199" y="611880"/>
          <a:ext cx="8640960" cy="59140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179512" y="6492875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IBM System/360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98474" y="1981200"/>
            <a:ext cx="7556313" cy="4400128"/>
          </a:xfrm>
        </p:spPr>
        <p:txBody>
          <a:bodyPr>
            <a:noAutofit/>
          </a:bodyPr>
          <a:lstStyle/>
          <a:p>
            <a:r>
              <a:rPr lang="en-US" dirty="0" smtClean="0"/>
              <a:t>Announced in 1964</a:t>
            </a:r>
          </a:p>
          <a:p>
            <a:r>
              <a:rPr lang="en-US" dirty="0" smtClean="0"/>
              <a:t>Product line was incompatible with older IBM machines</a:t>
            </a:r>
          </a:p>
          <a:p>
            <a:r>
              <a:rPr lang="en-US" dirty="0" smtClean="0"/>
              <a:t>Was the success of the decade and cemented IBM as the overwhelmingly dominant computer vendor</a:t>
            </a:r>
          </a:p>
          <a:p>
            <a:r>
              <a:rPr lang="en-US" dirty="0" smtClean="0"/>
              <a:t>The architecture remains to this day the architecture of IBM’s mainframe computers</a:t>
            </a:r>
          </a:p>
          <a:p>
            <a:r>
              <a:rPr lang="en-US" dirty="0" smtClean="0"/>
              <a:t>Was the industry’s first planned family of computers</a:t>
            </a:r>
          </a:p>
          <a:p>
            <a:pPr lvl="1"/>
            <a:r>
              <a:rPr lang="en-US" dirty="0" smtClean="0"/>
              <a:t>Models were compatible in the sense that a program written for one model should be capable of being executed by another model in the series</a:t>
            </a:r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split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467544" y="260648"/>
            <a:ext cx="7556313" cy="1116106"/>
          </a:xfrm>
        </p:spPr>
        <p:txBody>
          <a:bodyPr/>
          <a:lstStyle/>
          <a:p>
            <a:r>
              <a:rPr lang="en-US" dirty="0" smtClean="0"/>
              <a:t>Family Characteristics</a:t>
            </a:r>
            <a:endParaRPr lang="en-US" dirty="0"/>
          </a:p>
        </p:txBody>
      </p:sp>
      <p:graphicFrame>
        <p:nvGraphicFramePr>
          <p:cNvPr id="2" name="Content Placeholder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2462794"/>
              </p:ext>
            </p:extLst>
          </p:nvPr>
        </p:nvGraphicFramePr>
        <p:xfrm>
          <a:off x="498474" y="1121896"/>
          <a:ext cx="7556313" cy="5112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521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f13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71" b="24629"/>
          <a:stretch/>
        </p:blipFill>
        <p:spPr>
          <a:xfrm>
            <a:off x="-448288" y="1340767"/>
            <a:ext cx="10780928" cy="5287787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/>
          </p:cNvSpPr>
          <p:nvPr>
            <p:ph type="body" sz="half" idx="2"/>
          </p:nvPr>
        </p:nvSpPr>
        <p:spPr>
          <a:xfrm>
            <a:off x="685800" y="1371600"/>
            <a:ext cx="3429000" cy="22963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Later</a:t>
            </a:r>
          </a:p>
          <a:p>
            <a:pPr>
              <a:spcBef>
                <a:spcPts val="0"/>
              </a:spcBef>
            </a:pP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Generations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086600" y="533400"/>
            <a:ext cx="1524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+mj-lt"/>
              </a:rPr>
              <a:t>LSI</a:t>
            </a:r>
          </a:p>
          <a:p>
            <a:pPr algn="ctr"/>
            <a:r>
              <a:rPr lang="en-US" sz="2000" dirty="0" smtClean="0">
                <a:latin typeface="+mj-lt"/>
              </a:rPr>
              <a:t>Large </a:t>
            </a:r>
          </a:p>
          <a:p>
            <a:pPr algn="ctr"/>
            <a:r>
              <a:rPr lang="en-US" sz="2000" dirty="0" smtClean="0">
                <a:latin typeface="+mj-lt"/>
              </a:rPr>
              <a:t>Scale Integration</a:t>
            </a:r>
            <a:endParaRPr lang="en-US" sz="2000" dirty="0">
              <a:latin typeface="+mj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800600" y="2667000"/>
            <a:ext cx="16764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+mj-lt"/>
              </a:rPr>
              <a:t>VLSI</a:t>
            </a:r>
          </a:p>
          <a:p>
            <a:pPr algn="ctr"/>
            <a:r>
              <a:rPr lang="en-US" sz="2000" dirty="0" smtClean="0">
                <a:latin typeface="+mj-lt"/>
              </a:rPr>
              <a:t>Very Large Scale Integration</a:t>
            </a:r>
            <a:endParaRPr lang="en-US" sz="2000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81800" y="4495800"/>
            <a:ext cx="2133600" cy="2133600"/>
          </a:xfrm>
          <a:prstGeom prst="rect">
            <a:avLst/>
          </a:prstGeom>
          <a:solidFill>
            <a:srgbClr val="660066">
              <a:alpha val="80000"/>
            </a:srgbClr>
          </a:solidFill>
        </p:spPr>
        <p:txBody>
          <a:bodyPr wrap="square" rtlCol="0">
            <a:noAutofit/>
          </a:bodyPr>
          <a:lstStyle/>
          <a:p>
            <a:pPr algn="ctr"/>
            <a:endParaRPr lang="en-US" dirty="0" smtClean="0">
              <a:latin typeface="+mj-lt"/>
            </a:endParaRPr>
          </a:p>
          <a:p>
            <a:pPr algn="ctr"/>
            <a:r>
              <a:rPr lang="en-US" dirty="0" smtClean="0">
                <a:latin typeface="+mj-lt"/>
              </a:rPr>
              <a:t>ULSI</a:t>
            </a:r>
          </a:p>
          <a:p>
            <a:pPr algn="ctr"/>
            <a:r>
              <a:rPr lang="en-US" sz="2000" dirty="0" smtClean="0">
                <a:latin typeface="+mj-lt"/>
              </a:rPr>
              <a:t>Ultra Large</a:t>
            </a:r>
          </a:p>
          <a:p>
            <a:pPr algn="ctr"/>
            <a:r>
              <a:rPr lang="en-US" sz="2000" dirty="0" smtClean="0">
                <a:latin typeface="+mj-lt"/>
              </a:rPr>
              <a:t> Scale </a:t>
            </a:r>
          </a:p>
          <a:p>
            <a:pPr algn="ctr"/>
            <a:r>
              <a:rPr lang="en-US" sz="2000" dirty="0" smtClean="0">
                <a:latin typeface="+mj-lt"/>
              </a:rPr>
              <a:t>Integration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</p:txBody>
      </p:sp>
      <p:sp>
        <p:nvSpPr>
          <p:cNvPr id="29" name="Title 28"/>
          <p:cNvSpPr>
            <a:spLocks noGrp="1"/>
          </p:cNvSpPr>
          <p:nvPr>
            <p:ph type="ctrTitle"/>
          </p:nvPr>
        </p:nvSpPr>
        <p:spPr>
          <a:xfrm>
            <a:off x="1752600" y="5105400"/>
            <a:ext cx="4038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>
                <a:solidFill>
                  <a:srgbClr val="2B142D"/>
                </a:solidFill>
              </a:rPr>
              <a:t>Semiconductor Memory</a:t>
            </a:r>
            <a:br>
              <a:rPr lang="en-US" dirty="0" smtClean="0">
                <a:solidFill>
                  <a:srgbClr val="2B142D"/>
                </a:solidFill>
              </a:rPr>
            </a:br>
            <a:r>
              <a:rPr lang="en-US" dirty="0" smtClean="0">
                <a:solidFill>
                  <a:srgbClr val="2B142D"/>
                </a:solidFill>
              </a:rPr>
              <a:t>Microprocessors</a:t>
            </a:r>
            <a:endParaRPr lang="en-US" dirty="0">
              <a:solidFill>
                <a:srgbClr val="2B142D"/>
              </a:solidFill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096797">
            <a:off x="389684" y="4619341"/>
            <a:ext cx="1548749" cy="1104900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0" y="6493624"/>
            <a:ext cx="5652991" cy="365125"/>
          </a:xfrm>
        </p:spPr>
        <p:txBody>
          <a:bodyPr/>
          <a:lstStyle/>
          <a:p>
            <a:pPr algn="l"/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762000" y="115888"/>
            <a:ext cx="8382000" cy="812800"/>
          </a:xfrm>
        </p:spPr>
        <p:txBody>
          <a:bodyPr/>
          <a:lstStyle/>
          <a:p>
            <a:r>
              <a:rPr lang="en-GB" dirty="0" smtClean="0">
                <a:solidFill>
                  <a:schemeClr val="accent3"/>
                </a:solidFill>
              </a:rPr>
              <a:t>Semiconductor Memory</a:t>
            </a:r>
            <a:endParaRPr lang="en-GB" dirty="0">
              <a:solidFill>
                <a:schemeClr val="accent3"/>
              </a:solidFill>
            </a:endParaRPr>
          </a:p>
        </p:txBody>
      </p:sp>
      <p:graphicFrame>
        <p:nvGraphicFramePr>
          <p:cNvPr id="34" name="Content Placeholder 33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19132328"/>
              </p:ext>
            </p:extLst>
          </p:nvPr>
        </p:nvGraphicFramePr>
        <p:xfrm>
          <a:off x="170095" y="939586"/>
          <a:ext cx="8610600" cy="5410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6959600" y="795867"/>
            <a:ext cx="1846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484094"/>
            <a:ext cx="7368987" cy="1116106"/>
          </a:xfrm>
        </p:spPr>
        <p:txBody>
          <a:bodyPr/>
          <a:lstStyle/>
          <a:p>
            <a:r>
              <a:rPr lang="en-GB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Microprocessors</a:t>
            </a:r>
            <a:endParaRPr lang="en-GB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>
          <a:xfrm>
            <a:off x="498474" y="1447800"/>
            <a:ext cx="7556313" cy="5181600"/>
          </a:xfrm>
        </p:spPr>
        <p:txBody>
          <a:bodyPr>
            <a:normAutofit lnSpcReduction="10000"/>
          </a:bodyPr>
          <a:lstStyle/>
          <a:p>
            <a:r>
              <a:rPr lang="en-GB" dirty="0" smtClean="0"/>
              <a:t>The density of elements on processor chips continued to rise</a:t>
            </a:r>
          </a:p>
          <a:p>
            <a:pPr lvl="1"/>
            <a:r>
              <a:rPr lang="en-GB" dirty="0" smtClean="0"/>
              <a:t>More and more elements were placed on each chip so that fewer and fewer chips were needed to construct a single computer processor</a:t>
            </a:r>
          </a:p>
          <a:p>
            <a:r>
              <a:rPr lang="en-GB" dirty="0" smtClean="0"/>
              <a:t>1971 Intel developed 4004</a:t>
            </a:r>
          </a:p>
          <a:p>
            <a:pPr lvl="1"/>
            <a:r>
              <a:rPr lang="en-GB" dirty="0" smtClean="0"/>
              <a:t>First chip to contain all of the components of a CPU on a single chip</a:t>
            </a:r>
          </a:p>
          <a:p>
            <a:pPr lvl="1"/>
            <a:r>
              <a:rPr lang="en-GB" dirty="0" smtClean="0"/>
              <a:t>Birth of microprocessor</a:t>
            </a:r>
          </a:p>
          <a:p>
            <a:r>
              <a:rPr lang="en-GB" dirty="0" smtClean="0"/>
              <a:t>1972 Intel developed 8008</a:t>
            </a:r>
          </a:p>
          <a:p>
            <a:pPr lvl="1"/>
            <a:r>
              <a:rPr lang="en-GB" dirty="0" smtClean="0"/>
              <a:t>First 8-bit microprocessor</a:t>
            </a:r>
          </a:p>
          <a:p>
            <a:r>
              <a:rPr lang="en-GB" dirty="0"/>
              <a:t>1974</a:t>
            </a:r>
            <a:r>
              <a:rPr lang="en-GB" dirty="0" smtClean="0"/>
              <a:t> Intel developed 8080</a:t>
            </a:r>
          </a:p>
          <a:p>
            <a:pPr lvl="1"/>
            <a:r>
              <a:rPr lang="en-GB" dirty="0" smtClean="0"/>
              <a:t>First </a:t>
            </a:r>
            <a:r>
              <a:rPr lang="en-GB" dirty="0"/>
              <a:t>general purpose </a:t>
            </a:r>
            <a:r>
              <a:rPr lang="en-GB" dirty="0" smtClean="0"/>
              <a:t>microprocessor</a:t>
            </a:r>
          </a:p>
          <a:p>
            <a:pPr lvl="1"/>
            <a:r>
              <a:rPr lang="en-GB" dirty="0" smtClean="0"/>
              <a:t>Faster, has a richer instruction set, has a large addressing capability</a:t>
            </a:r>
          </a:p>
          <a:p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657724">
            <a:off x="6310058" y="3994177"/>
            <a:ext cx="2095500" cy="1651000"/>
          </a:xfrm>
          <a:prstGeom prst="rect">
            <a:avLst/>
          </a:prstGeom>
          <a:effectLst>
            <a:softEdge rad="177800"/>
          </a:effectLst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332656"/>
            <a:ext cx="8077200" cy="995362"/>
          </a:xfrm>
        </p:spPr>
        <p:txBody>
          <a:bodyPr>
            <a:normAutofit/>
          </a:bodyPr>
          <a:lstStyle/>
          <a:p>
            <a:pPr algn="ctr"/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Evolution of Intel Microprocessors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123728" y="5661248"/>
            <a:ext cx="504056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800" dirty="0">
                <a:latin typeface="+mj-lt"/>
              </a:rPr>
              <a:t>(a) 1970s Processors </a:t>
            </a:r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72816"/>
            <a:ext cx="9144000" cy="3771900"/>
          </a:xfrm>
          <a:prstGeom prst="rect">
            <a:avLst/>
          </a:prstGeom>
        </p:spPr>
      </p:pic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332656"/>
            <a:ext cx="8077200" cy="995362"/>
          </a:xfrm>
        </p:spPr>
        <p:txBody>
          <a:bodyPr>
            <a:normAutofit/>
          </a:bodyPr>
          <a:lstStyle/>
          <a:p>
            <a:pPr algn="ctr"/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Evolution of Intel Microprocessors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123728" y="5877272"/>
            <a:ext cx="504056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800" dirty="0" smtClean="0">
                <a:latin typeface="+mj-lt"/>
              </a:rPr>
              <a:t>(b) 1980s </a:t>
            </a:r>
            <a:r>
              <a:rPr lang="en-US" sz="2800" dirty="0">
                <a:latin typeface="+mj-lt"/>
              </a:rPr>
              <a:t>Processors </a:t>
            </a:r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5" y="1412776"/>
            <a:ext cx="9036496" cy="463120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5553351"/>
      </p:ext>
    </p:extLst>
  </p:cSld>
  <p:clrMapOvr>
    <a:masterClrMapping/>
  </p:clrMapOvr>
  <p:transition spd="med">
    <p:push/>
  </p:transition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332656"/>
            <a:ext cx="8077200" cy="995362"/>
          </a:xfrm>
        </p:spPr>
        <p:txBody>
          <a:bodyPr>
            <a:normAutofit/>
          </a:bodyPr>
          <a:lstStyle/>
          <a:p>
            <a:pPr algn="ctr"/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Evolution of Intel Microprocessors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123728" y="5661248"/>
            <a:ext cx="504056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800" dirty="0" smtClean="0">
                <a:latin typeface="+mj-lt"/>
              </a:rPr>
              <a:t>(c) 1990s </a:t>
            </a:r>
            <a:r>
              <a:rPr lang="en-US" sz="2800" dirty="0">
                <a:latin typeface="+mj-lt"/>
              </a:rPr>
              <a:t>Processors </a:t>
            </a:r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0808"/>
            <a:ext cx="9144000" cy="4057650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1986274"/>
      </p:ext>
    </p:extLst>
  </p:cSld>
  <p:clrMapOvr>
    <a:masterClrMapping/>
  </p:clrMapOvr>
  <p:transition spd="med">
    <p:push/>
  </p:transition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332656"/>
            <a:ext cx="8077200" cy="995362"/>
          </a:xfrm>
        </p:spPr>
        <p:txBody>
          <a:bodyPr>
            <a:normAutofit/>
          </a:bodyPr>
          <a:lstStyle/>
          <a:p>
            <a:pPr algn="ctr"/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Evolution of Intel Microprocessors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123728" y="5805264"/>
            <a:ext cx="504056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800" dirty="0" smtClean="0">
                <a:latin typeface="+mj-lt"/>
              </a:rPr>
              <a:t>(d) Recent </a:t>
            </a:r>
            <a:r>
              <a:rPr lang="en-US" sz="2800" dirty="0">
                <a:latin typeface="+mj-lt"/>
              </a:rPr>
              <a:t>Processors </a:t>
            </a:r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68760"/>
            <a:ext cx="9144000" cy="4857750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89721"/>
      </p:ext>
    </p:extLst>
  </p:cSld>
  <p:clrMapOvr>
    <a:masterClrMapping/>
  </p:clrMapOvr>
  <p:transition spd="med">
    <p:push/>
  </p:transition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Evolution of the Intel x86 Architecture 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Two processor families are the Intel x86 and the ARM architectures</a:t>
            </a:r>
          </a:p>
          <a:p>
            <a:r>
              <a:rPr lang="en-US" dirty="0" smtClean="0"/>
              <a:t>Current x86 offerings represent the results of decades of design effort on complex instruction set computers (CISCs)</a:t>
            </a:r>
          </a:p>
          <a:p>
            <a:r>
              <a:rPr lang="en-US" dirty="0" smtClean="0"/>
              <a:t>An alternative approach to processor design is the reduced instruction set computer (RISC)</a:t>
            </a:r>
          </a:p>
          <a:p>
            <a:r>
              <a:rPr lang="en-US" dirty="0" smtClean="0"/>
              <a:t>ARM architecture is used in a wide variety of embedded systems and is one of the most powerful and best-designed RISC-based systems on the market</a:t>
            </a:r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2232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23528" y="332656"/>
            <a:ext cx="7556500" cy="1116012"/>
          </a:xfrm>
        </p:spPr>
        <p:txBody>
          <a:bodyPr/>
          <a:lstStyle/>
          <a:p>
            <a:r>
              <a:rPr lang="en-US" dirty="0" smtClean="0"/>
              <a:t>Highlights of the Evolution of the Intel Product Line:</a:t>
            </a:r>
            <a:endParaRPr lang="en-US" dirty="0"/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658793532"/>
              </p:ext>
            </p:extLst>
          </p:nvPr>
        </p:nvGraphicFramePr>
        <p:xfrm>
          <a:off x="323528" y="1484784"/>
          <a:ext cx="8394700" cy="50133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4581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107504" y="0"/>
            <a:ext cx="7556500" cy="1116012"/>
          </a:xfrm>
        </p:spPr>
        <p:txBody>
          <a:bodyPr/>
          <a:lstStyle/>
          <a:p>
            <a:r>
              <a:rPr lang="en-US" dirty="0" smtClean="0"/>
              <a:t>Highlights of the Evolution of the Intel Product Line:</a:t>
            </a:r>
            <a:endParaRPr lang="en-US" dirty="0"/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943165419"/>
              </p:ext>
            </p:extLst>
          </p:nvPr>
        </p:nvGraphicFramePr>
        <p:xfrm>
          <a:off x="92830" y="1182005"/>
          <a:ext cx="9036496" cy="5400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07504" y="6492875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625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Embedded Systems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5" y="1412776"/>
            <a:ext cx="6840760" cy="5112568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The use of electronics and software within a product</a:t>
            </a:r>
          </a:p>
          <a:p>
            <a:r>
              <a:rPr lang="en-US" dirty="0" smtClean="0"/>
              <a:t>Billions of computer systems are produced each year that are embedded within larger devices</a:t>
            </a:r>
          </a:p>
          <a:p>
            <a:r>
              <a:rPr lang="en-US" dirty="0" smtClean="0"/>
              <a:t>Today many devices that use electric power have an embedded computing system</a:t>
            </a:r>
          </a:p>
          <a:p>
            <a:r>
              <a:rPr lang="en-US" dirty="0" smtClean="0"/>
              <a:t>Often embedded systems are tightly coupled to their environment</a:t>
            </a:r>
          </a:p>
          <a:p>
            <a:pPr lvl="1"/>
            <a:r>
              <a:rPr lang="en-US" dirty="0" smtClean="0"/>
              <a:t>This can give rise to real-time constraints imposed by the need to interact with the environment</a:t>
            </a:r>
          </a:p>
          <a:p>
            <a:pPr lvl="2"/>
            <a:r>
              <a:rPr lang="en-US" dirty="0" smtClean="0"/>
              <a:t>Constraints such as required speeds of motion, required precision of measurement, and required time durations, dictate the timing of software operations</a:t>
            </a:r>
          </a:p>
          <a:p>
            <a:pPr lvl="1"/>
            <a:r>
              <a:rPr lang="en-US" dirty="0" smtClean="0"/>
              <a:t>If multiple activities must be managed simultaneously this imposes more complex real-time constraints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304" y="2060848"/>
            <a:ext cx="864097" cy="92758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088" y="0"/>
            <a:ext cx="969571" cy="12687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2280" y="836712"/>
            <a:ext cx="560558" cy="90872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019540" flipV="1">
            <a:off x="7735919" y="4747622"/>
            <a:ext cx="919987" cy="70532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2360" y="2924944"/>
            <a:ext cx="1162867" cy="151678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6491" y="5733256"/>
            <a:ext cx="1577509" cy="1130548"/>
          </a:xfrm>
          <a:prstGeom prst="rect">
            <a:avLst/>
          </a:prstGeom>
        </p:spPr>
      </p:pic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7532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14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31" b="14660"/>
          <a:stretch/>
        </p:blipFill>
        <p:spPr>
          <a:xfrm>
            <a:off x="899592" y="-171400"/>
            <a:ext cx="6984775" cy="6807239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976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Internet of Things (</a:t>
            </a:r>
            <a:r>
              <a:rPr lang="en-US" dirty="0" err="1" smtClean="0"/>
              <a:t>IoT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340768"/>
            <a:ext cx="7556313" cy="5040560"/>
          </a:xfrm>
        </p:spPr>
        <p:txBody>
          <a:bodyPr>
            <a:normAutofit fontScale="77500" lnSpcReduction="20000"/>
          </a:bodyPr>
          <a:lstStyle/>
          <a:p>
            <a:r>
              <a:rPr lang="en-US" dirty="0" smtClean="0"/>
              <a:t>Term that refers to the expanding interconnection of smart devices, ranging from appliances to tiny sensors</a:t>
            </a:r>
          </a:p>
          <a:p>
            <a:r>
              <a:rPr lang="en-US" dirty="0" smtClean="0"/>
              <a:t>Is primarily driven by deeply embedded devices</a:t>
            </a:r>
          </a:p>
          <a:p>
            <a:r>
              <a:rPr lang="en-US" dirty="0" smtClean="0"/>
              <a:t>Generations of deployment culminating in the </a:t>
            </a:r>
            <a:r>
              <a:rPr lang="en-US" dirty="0" err="1" smtClean="0"/>
              <a:t>IoT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Information technology (IT)</a:t>
            </a:r>
          </a:p>
          <a:p>
            <a:pPr lvl="2"/>
            <a:r>
              <a:rPr lang="en-US" dirty="0" smtClean="0"/>
              <a:t>PCs, servers, routers, firewalls, and so on, bought as IT devices by enterprise IT people and primarily using wired connectivity</a:t>
            </a:r>
          </a:p>
          <a:p>
            <a:pPr lvl="1"/>
            <a:r>
              <a:rPr lang="en-US" dirty="0" smtClean="0"/>
              <a:t>Operational technology (OT)</a:t>
            </a:r>
          </a:p>
          <a:p>
            <a:pPr lvl="2"/>
            <a:r>
              <a:rPr lang="en-US" dirty="0" smtClean="0"/>
              <a:t>Machines/appliances with embedded IT built by non-IT companies, such as medical machinery, SCADA, process control, and kiosks, bought as appliances by enterprise OT people and primarily using wired connectivity</a:t>
            </a:r>
          </a:p>
          <a:p>
            <a:pPr lvl="1"/>
            <a:r>
              <a:rPr lang="en-US" dirty="0" smtClean="0"/>
              <a:t>Personal technology </a:t>
            </a:r>
          </a:p>
          <a:p>
            <a:pPr lvl="2"/>
            <a:r>
              <a:rPr lang="en-US" dirty="0" smtClean="0"/>
              <a:t>Smartphones, tablets, and eBook readers bought as IT devices by consumers exclusively using wireless connectivity and often multiple forms of wireless connectivity</a:t>
            </a:r>
          </a:p>
          <a:p>
            <a:pPr lvl="1"/>
            <a:r>
              <a:rPr lang="en-US" dirty="0" smtClean="0"/>
              <a:t>Sensor/actuator technology</a:t>
            </a:r>
          </a:p>
          <a:p>
            <a:pPr lvl="2"/>
            <a:r>
              <a:rPr lang="en-US" dirty="0" smtClean="0"/>
              <a:t>Single-purpose devices bought by consumers, IT, and OT people exclusively using wireless connectivity, generally of a single form, as part of larger systems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US" sz="2000" dirty="0"/>
              <a:t>It is the fourth generation that is usually thought of as the </a:t>
            </a:r>
            <a:r>
              <a:rPr lang="en-US" sz="2000" dirty="0" err="1"/>
              <a:t>IoT</a:t>
            </a:r>
            <a:r>
              <a:rPr lang="en-US" sz="2000" dirty="0"/>
              <a:t> and it is marked by the use of billions of embedded devices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430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539552" y="2132856"/>
            <a:ext cx="3657600" cy="3678797"/>
          </a:xfrm>
        </p:spPr>
        <p:txBody>
          <a:bodyPr/>
          <a:lstStyle/>
          <a:p>
            <a:r>
              <a:rPr lang="en-US" dirty="0" smtClean="0"/>
              <a:t>There are two general approaches to developing an embedded operating system (OS):</a:t>
            </a:r>
          </a:p>
          <a:p>
            <a:pPr lvl="1"/>
            <a:r>
              <a:rPr lang="en-US" dirty="0" smtClean="0"/>
              <a:t>Take an existing OS and adapt it for the embedded application</a:t>
            </a:r>
          </a:p>
          <a:p>
            <a:pPr lvl="1"/>
            <a:r>
              <a:rPr lang="en-US" dirty="0" smtClean="0"/>
              <a:t>Design and implement an OS intended solely for embedded use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4355976" y="2132856"/>
            <a:ext cx="3772522" cy="4320480"/>
          </a:xfrm>
        </p:spPr>
        <p:txBody>
          <a:bodyPr>
            <a:normAutofit fontScale="85000" lnSpcReduction="20000"/>
          </a:bodyPr>
          <a:lstStyle/>
          <a:p>
            <a:r>
              <a:rPr lang="en-US" sz="2100" dirty="0" smtClean="0"/>
              <a:t>Application processors</a:t>
            </a:r>
          </a:p>
          <a:p>
            <a:pPr lvl="1"/>
            <a:r>
              <a:rPr lang="en-US" dirty="0" smtClean="0"/>
              <a:t>Defined by the processor’s ability to execute complex operating systems</a:t>
            </a:r>
          </a:p>
          <a:p>
            <a:pPr lvl="1"/>
            <a:r>
              <a:rPr lang="en-US" dirty="0" smtClean="0"/>
              <a:t>General-purpose in nature</a:t>
            </a:r>
          </a:p>
          <a:p>
            <a:pPr lvl="1"/>
            <a:r>
              <a:rPr lang="en-US" dirty="0" smtClean="0"/>
              <a:t>An example is the smartphone – the embedded system is designed to support numerous apps and perform a wide variety of functions</a:t>
            </a:r>
          </a:p>
          <a:p>
            <a:r>
              <a:rPr lang="en-US" sz="2100" dirty="0"/>
              <a:t>Dedicated processor</a:t>
            </a:r>
          </a:p>
          <a:p>
            <a:pPr lvl="1"/>
            <a:r>
              <a:rPr lang="en-US" dirty="0" smtClean="0"/>
              <a:t>Is dedicated to one or a small number of specific tasks required by the host device</a:t>
            </a:r>
          </a:p>
          <a:p>
            <a:pPr lvl="1"/>
            <a:r>
              <a:rPr lang="en-US" dirty="0" smtClean="0"/>
              <a:t>Because such an embedded system is dedicated to a specific task or tasks, the processor and associated components can be engineered to reduce size and cost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39552" y="332656"/>
            <a:ext cx="3657600" cy="1628872"/>
          </a:xfrm>
        </p:spPr>
        <p:txBody>
          <a:bodyPr/>
          <a:lstStyle/>
          <a:p>
            <a:r>
              <a:rPr lang="en-US" dirty="0" smtClean="0"/>
              <a:t>Embedded </a:t>
            </a:r>
          </a:p>
          <a:p>
            <a:r>
              <a:rPr lang="en-US" dirty="0" smtClean="0"/>
              <a:t>Operating </a:t>
            </a:r>
          </a:p>
          <a:p>
            <a:r>
              <a:rPr lang="en-US" dirty="0" smtClean="0"/>
              <a:t>Systems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>
          <a:xfrm>
            <a:off x="4355976" y="332656"/>
            <a:ext cx="3657600" cy="1628872"/>
          </a:xfrm>
        </p:spPr>
        <p:txBody>
          <a:bodyPr/>
          <a:lstStyle/>
          <a:p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Application Processors </a:t>
            </a:r>
          </a:p>
          <a:p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versus </a:t>
            </a:r>
          </a:p>
          <a:p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Dedicated Processors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9966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15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94" b="26852"/>
          <a:stretch/>
        </p:blipFill>
        <p:spPr>
          <a:xfrm>
            <a:off x="323528" y="-177051"/>
            <a:ext cx="8676456" cy="7035051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176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Deeply Embedded Systems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84784"/>
            <a:ext cx="7556313" cy="4824536"/>
          </a:xfrm>
        </p:spPr>
        <p:txBody>
          <a:bodyPr>
            <a:normAutofit fontScale="85000" lnSpcReduction="20000"/>
          </a:bodyPr>
          <a:lstStyle/>
          <a:p>
            <a:r>
              <a:rPr lang="en-US" dirty="0" smtClean="0"/>
              <a:t>Subset of embedded systems</a:t>
            </a:r>
          </a:p>
          <a:p>
            <a:r>
              <a:rPr lang="en-US" dirty="0" smtClean="0"/>
              <a:t>Has a processor whose behavior is difficult to observe both by the programmer and the user</a:t>
            </a:r>
          </a:p>
          <a:p>
            <a:r>
              <a:rPr lang="en-US" dirty="0" smtClean="0"/>
              <a:t>Uses a microcontroller rather than a microprocessor</a:t>
            </a:r>
          </a:p>
          <a:p>
            <a:r>
              <a:rPr lang="en-US" dirty="0" smtClean="0"/>
              <a:t>Is not programmable once the program logic for the device has been burned into ROM</a:t>
            </a:r>
          </a:p>
          <a:p>
            <a:r>
              <a:rPr lang="en-US" dirty="0" smtClean="0"/>
              <a:t>Has no interaction with a user</a:t>
            </a:r>
          </a:p>
          <a:p>
            <a:r>
              <a:rPr lang="en-US" dirty="0" smtClean="0"/>
              <a:t>Dedicated, single-purpose devices that detect something in the environment, perform a basic level of processing, and then do something with the results</a:t>
            </a:r>
          </a:p>
          <a:p>
            <a:r>
              <a:rPr lang="en-US" dirty="0" smtClean="0"/>
              <a:t>Often have wireless capability and appear in networked configurations, such as networks of sensors deployed over a large area</a:t>
            </a:r>
          </a:p>
          <a:p>
            <a:r>
              <a:rPr lang="en-US" dirty="0" smtClean="0"/>
              <a:t>Typically have extreme resource constraints in terms of memory, processor size, time, and power consumption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882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-900608" y="260648"/>
            <a:ext cx="4752528" cy="1116012"/>
          </a:xfrm>
        </p:spPr>
        <p:txBody>
          <a:bodyPr/>
          <a:lstStyle/>
          <a:p>
            <a:pPr algn="ctr"/>
            <a:r>
              <a:rPr lang="en-US" dirty="0" smtClean="0"/>
              <a:t>ARM </a:t>
            </a:r>
            <a:endParaRPr lang="en-US" dirty="0"/>
          </a:p>
        </p:txBody>
      </p:sp>
      <p:graphicFrame>
        <p:nvGraphicFramePr>
          <p:cNvPr id="11" name="Content Placeholder 10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016894692"/>
              </p:ext>
            </p:extLst>
          </p:nvPr>
        </p:nvGraphicFramePr>
        <p:xfrm>
          <a:off x="338838" y="1356636"/>
          <a:ext cx="8172400" cy="49294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8784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600" y="980728"/>
            <a:ext cx="7556313" cy="1116106"/>
          </a:xfrm>
        </p:spPr>
        <p:txBody>
          <a:bodyPr/>
          <a:lstStyle/>
          <a:p>
            <a:r>
              <a:rPr lang="en-US" dirty="0" smtClean="0"/>
              <a:t>ARM Products</a:t>
            </a:r>
            <a:endParaRPr lang="en-US" dirty="0"/>
          </a:p>
        </p:txBody>
      </p:sp>
      <p:graphicFrame>
        <p:nvGraphicFramePr>
          <p:cNvPr id="10" name="Content Placeholder 9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15435666"/>
              </p:ext>
            </p:extLst>
          </p:nvPr>
        </p:nvGraphicFramePr>
        <p:xfrm>
          <a:off x="498474" y="1981200"/>
          <a:ext cx="7556313" cy="4144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802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16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696" y="0"/>
            <a:ext cx="5153596" cy="6669360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179512" y="6492875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700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Cloud Computing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9552" y="1772816"/>
            <a:ext cx="7556313" cy="4144963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NIST defines cloud computing as:</a:t>
            </a:r>
          </a:p>
          <a:p>
            <a:pPr marL="0" indent="0">
              <a:buNone/>
            </a:pPr>
            <a:r>
              <a:rPr lang="en-US" dirty="0" smtClean="0"/>
              <a:t>	“A model for enabling ubiquitous, convenient, 		on-demand network access to a shared pool of 	configurable computing resources that can be                  	rapidly 	provisioned and released with minimal          	management effort or service provider interaction.”</a:t>
            </a:r>
          </a:p>
          <a:p>
            <a:r>
              <a:rPr lang="en-US" dirty="0"/>
              <a:t>You get economies of scale, professional network management, and professional security </a:t>
            </a:r>
            <a:r>
              <a:rPr lang="en-US" dirty="0" smtClean="0"/>
              <a:t>management</a:t>
            </a:r>
          </a:p>
          <a:p>
            <a:r>
              <a:rPr lang="en-US" dirty="0" smtClean="0"/>
              <a:t>The individual or company only needs to pay for the storage capacity and services they need</a:t>
            </a:r>
          </a:p>
          <a:p>
            <a:r>
              <a:rPr lang="en-US" dirty="0" smtClean="0"/>
              <a:t>Cloud provider takes care of security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20272" y="19720"/>
            <a:ext cx="2116460" cy="2169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305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23528" y="260648"/>
            <a:ext cx="7556500" cy="1116012"/>
          </a:xfrm>
        </p:spPr>
        <p:txBody>
          <a:bodyPr/>
          <a:lstStyle/>
          <a:p>
            <a:r>
              <a:rPr lang="en-US" dirty="0" smtClean="0"/>
              <a:t>Cloud Networking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23528" y="1124744"/>
            <a:ext cx="7556500" cy="5400600"/>
          </a:xfrm>
        </p:spPr>
        <p:txBody>
          <a:bodyPr>
            <a:normAutofit fontScale="85000" lnSpcReduction="20000"/>
          </a:bodyPr>
          <a:lstStyle/>
          <a:p>
            <a:r>
              <a:rPr lang="en-US" dirty="0" smtClean="0"/>
              <a:t>Refers to the networks and network management functionality that must be in place to enable cloud computing</a:t>
            </a:r>
          </a:p>
          <a:p>
            <a:r>
              <a:rPr lang="en-US" dirty="0" smtClean="0"/>
              <a:t>One example is the provisioning of high-performance and/or high-reliability networking between the provider and subscriber</a:t>
            </a:r>
          </a:p>
          <a:p>
            <a:r>
              <a:rPr lang="en-US" dirty="0" smtClean="0"/>
              <a:t>The collection of network capabilities required to access a cloud, including making use of specialized services over the Internet, linking enterprise data center to a cloud, and using firewalls and other network security devices at critical points to enforce access security policies</a:t>
            </a:r>
          </a:p>
          <a:p>
            <a:pPr marL="0" indent="0">
              <a:spcBef>
                <a:spcPct val="0"/>
              </a:spcBef>
              <a:buNone/>
            </a:pPr>
            <a:endParaRPr lang="en-US" sz="3600" dirty="0" smtClean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  <a:p>
            <a:pPr marL="0" indent="0">
              <a:spcBef>
                <a:spcPct val="0"/>
              </a:spcBef>
              <a:buNone/>
            </a:pPr>
            <a:r>
              <a:rPr lang="en-US" sz="360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Cloud </a:t>
            </a:r>
            <a:r>
              <a:rPr lang="en-US" sz="36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Storage</a:t>
            </a:r>
          </a:p>
          <a:p>
            <a:r>
              <a:rPr lang="en-US" dirty="0" smtClean="0"/>
              <a:t>Subset of cloud computing</a:t>
            </a:r>
          </a:p>
          <a:p>
            <a:r>
              <a:rPr lang="en-US" dirty="0" smtClean="0"/>
              <a:t>Consists of database storage and database applications hosted remotely on cloud servers</a:t>
            </a:r>
          </a:p>
          <a:p>
            <a:r>
              <a:rPr lang="en-US" dirty="0" smtClean="0"/>
              <a:t>Enables small businesses and individual users to take advantage of data storage that scales with their needs and to take advantage of a variety of database applications without having to buy, maintain, and manage the storage assets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1384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17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33" b="12346"/>
          <a:stretch/>
        </p:blipFill>
        <p:spPr>
          <a:xfrm>
            <a:off x="971600" y="-171400"/>
            <a:ext cx="6696744" cy="6874253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179512" y="6492875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7657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>
          <a:xfrm>
            <a:off x="755576" y="116632"/>
            <a:ext cx="4073526" cy="1116106"/>
          </a:xfrm>
        </p:spPr>
        <p:txBody>
          <a:bodyPr>
            <a:normAutofit/>
          </a:bodyPr>
          <a:lstStyle/>
          <a:p>
            <a:r>
              <a:rPr lang="en-US" sz="4400" dirty="0" smtClean="0"/>
              <a:t>Summary</a:t>
            </a:r>
            <a:endParaRPr lang="en-US" sz="4400" dirty="0"/>
          </a:p>
        </p:txBody>
      </p:sp>
      <p:sp>
        <p:nvSpPr>
          <p:cNvPr id="30" name="Content Placeholder 29"/>
          <p:cNvSpPr>
            <a:spLocks noGrp="1"/>
          </p:cNvSpPr>
          <p:nvPr>
            <p:ph sz="half" idx="2"/>
          </p:nvPr>
        </p:nvSpPr>
        <p:spPr>
          <a:xfrm>
            <a:off x="539552" y="2132856"/>
            <a:ext cx="3657600" cy="4410635"/>
          </a:xfrm>
        </p:spPr>
        <p:txBody>
          <a:bodyPr>
            <a:normAutofit fontScale="85000" lnSpcReduction="20000"/>
          </a:bodyPr>
          <a:lstStyle/>
          <a:p>
            <a:r>
              <a:rPr lang="en-US" dirty="0" smtClean="0"/>
              <a:t>Organization and architecture</a:t>
            </a:r>
          </a:p>
          <a:p>
            <a:r>
              <a:rPr lang="en-US" dirty="0" smtClean="0"/>
              <a:t>Structure and function</a:t>
            </a:r>
          </a:p>
          <a:p>
            <a:r>
              <a:rPr lang="en-US" dirty="0" smtClean="0"/>
              <a:t>Brief history of computers</a:t>
            </a:r>
          </a:p>
          <a:p>
            <a:pPr lvl="1"/>
            <a:r>
              <a:rPr lang="en-US" dirty="0" smtClean="0"/>
              <a:t>The First Generation: Vacuum tubes</a:t>
            </a:r>
          </a:p>
          <a:p>
            <a:pPr lvl="1"/>
            <a:r>
              <a:rPr lang="en-US" dirty="0" smtClean="0"/>
              <a:t>The Second Generation:  Transistors</a:t>
            </a:r>
          </a:p>
          <a:p>
            <a:pPr lvl="1"/>
            <a:r>
              <a:rPr lang="en-US" dirty="0" smtClean="0"/>
              <a:t>The Third Generation:</a:t>
            </a:r>
            <a:r>
              <a:rPr lang="en-US" dirty="0"/>
              <a:t> </a:t>
            </a:r>
            <a:r>
              <a:rPr lang="en-US" dirty="0" smtClean="0"/>
              <a:t>Integrated Circuits</a:t>
            </a:r>
          </a:p>
          <a:p>
            <a:pPr lvl="1"/>
            <a:r>
              <a:rPr lang="en-US" dirty="0" smtClean="0"/>
              <a:t>Later generations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US" dirty="0"/>
              <a:t>The evolution of the Intel x86 </a:t>
            </a:r>
            <a:r>
              <a:rPr lang="en-US" dirty="0" smtClean="0"/>
              <a:t>architecture</a:t>
            </a:r>
          </a:p>
          <a:p>
            <a:pPr marL="228600" lvl="1">
              <a:spcBef>
                <a:spcPts val="2000"/>
              </a:spcBef>
              <a:buClr>
                <a:schemeClr val="accent1"/>
              </a:buClr>
            </a:pPr>
            <a:r>
              <a:rPr lang="en-US" dirty="0" smtClean="0"/>
              <a:t>Cloud computing</a:t>
            </a:r>
          </a:p>
          <a:p>
            <a:pPr lvl="1"/>
            <a:r>
              <a:rPr lang="en-US" dirty="0"/>
              <a:t>Basic concepts</a:t>
            </a:r>
          </a:p>
          <a:p>
            <a:pPr lvl="1"/>
            <a:r>
              <a:rPr lang="en-US" dirty="0"/>
              <a:t>Cloud services</a:t>
            </a:r>
          </a:p>
        </p:txBody>
      </p:sp>
      <p:sp>
        <p:nvSpPr>
          <p:cNvPr id="32" name="Content Placeholder 31"/>
          <p:cNvSpPr>
            <a:spLocks noGrp="1"/>
          </p:cNvSpPr>
          <p:nvPr>
            <p:ph sz="quarter" idx="4"/>
          </p:nvPr>
        </p:nvSpPr>
        <p:spPr>
          <a:xfrm>
            <a:off x="4495800" y="2362200"/>
            <a:ext cx="3657600" cy="3962400"/>
          </a:xfrm>
        </p:spPr>
        <p:txBody>
          <a:bodyPr>
            <a:normAutofit fontScale="92500" lnSpcReduction="10000"/>
          </a:bodyPr>
          <a:lstStyle/>
          <a:p>
            <a:r>
              <a:rPr lang="en-US" dirty="0" smtClean="0"/>
              <a:t>Embedded systems</a:t>
            </a:r>
          </a:p>
          <a:p>
            <a:pPr lvl="1"/>
            <a:r>
              <a:rPr lang="en-US" dirty="0" smtClean="0"/>
              <a:t>The Internet of things</a:t>
            </a:r>
          </a:p>
          <a:p>
            <a:pPr lvl="1"/>
            <a:r>
              <a:rPr lang="en-US" dirty="0" smtClean="0"/>
              <a:t>Embedded operating systems</a:t>
            </a:r>
          </a:p>
          <a:p>
            <a:pPr lvl="1"/>
            <a:r>
              <a:rPr lang="en-US" dirty="0" smtClean="0"/>
              <a:t>Application processors versus dedicated processors</a:t>
            </a:r>
          </a:p>
          <a:p>
            <a:pPr lvl="1"/>
            <a:r>
              <a:rPr lang="en-US" dirty="0" smtClean="0"/>
              <a:t>Microprocessors versus microcontrollers</a:t>
            </a:r>
          </a:p>
          <a:p>
            <a:pPr lvl="1"/>
            <a:r>
              <a:rPr lang="en-US" dirty="0" smtClean="0"/>
              <a:t>Embedded versus deeply embedded systems</a:t>
            </a:r>
          </a:p>
          <a:p>
            <a:r>
              <a:rPr lang="en-US" sz="1765" dirty="0" smtClean="0"/>
              <a:t>ARM architecture</a:t>
            </a:r>
          </a:p>
          <a:p>
            <a:pPr lvl="1"/>
            <a:r>
              <a:rPr lang="en-US" sz="1765" dirty="0" smtClean="0"/>
              <a:t>ARM evolution</a:t>
            </a:r>
          </a:p>
          <a:p>
            <a:pPr lvl="1"/>
            <a:r>
              <a:rPr lang="en-US" sz="1765" dirty="0" smtClean="0"/>
              <a:t>Instruction set architecture</a:t>
            </a:r>
          </a:p>
          <a:p>
            <a:pPr lvl="1"/>
            <a:r>
              <a:rPr lang="en-US" sz="1765" dirty="0" smtClean="0"/>
              <a:t>ARM products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9552" y="980728"/>
            <a:ext cx="3657600" cy="1098177"/>
          </a:xfrm>
        </p:spPr>
        <p:txBody>
          <a:bodyPr>
            <a:normAutofit/>
          </a:bodyPr>
          <a:lstStyle/>
          <a:p>
            <a:r>
              <a:rPr lang="en-US" dirty="0" smtClean="0"/>
              <a:t>    </a:t>
            </a:r>
          </a:p>
          <a:p>
            <a:endParaRPr lang="en-US" sz="800" dirty="0" smtClean="0"/>
          </a:p>
          <a:p>
            <a:endParaRPr lang="en-US" sz="800" dirty="0" smtClean="0"/>
          </a:p>
          <a:p>
            <a:r>
              <a:rPr lang="en-US" sz="3200" dirty="0" smtClean="0"/>
              <a:t>Chapter 1     </a:t>
            </a:r>
          </a:p>
          <a:p>
            <a:endParaRPr lang="en-US" sz="3200" dirty="0"/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3"/>
          </p:nvPr>
        </p:nvSpPr>
        <p:spPr>
          <a:xfrm>
            <a:off x="4419600" y="304800"/>
            <a:ext cx="3657600" cy="1707776"/>
          </a:xfrm>
        </p:spPr>
        <p:txBody>
          <a:bodyPr/>
          <a:lstStyle/>
          <a:p>
            <a:r>
              <a:rPr lang="en-US" sz="2800" dirty="0" smtClean="0">
                <a:solidFill>
                  <a:schemeClr val="accent1">
                    <a:lumMod val="50000"/>
                  </a:schemeClr>
                </a:solidFill>
              </a:rPr>
              <a:t>Basic Concepts and Computer Evolution  </a:t>
            </a:r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  </a:t>
            </a:r>
            <a:r>
              <a:rPr lang="en-US" dirty="0" smtClean="0">
                <a:solidFill>
                  <a:srgbClr val="6666CC"/>
                </a:solidFill>
              </a:rPr>
              <a:t>  </a:t>
            </a:r>
            <a:endParaRPr lang="en-US" dirty="0">
              <a:solidFill>
                <a:srgbClr val="6666CC"/>
              </a:solidFill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179512" y="6492875"/>
            <a:ext cx="6122894" cy="365125"/>
          </a:xfrm>
        </p:spPr>
        <p:txBody>
          <a:bodyPr/>
          <a:lstStyle/>
          <a:p>
            <a:r>
              <a:rPr lang="en-US" dirty="0" smtClean="0"/>
              <a:t>© 2016 Pearson Education, Inc., Hoboken, NJ. All rights reserved.</a:t>
            </a:r>
            <a:endParaRPr lang="en-US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dvantage">
  <a:themeElements>
    <a:clrScheme name="Advantage">
      <a:dk1>
        <a:sysClr val="windowText" lastClr="000000"/>
      </a:dk1>
      <a:lt1>
        <a:sysClr val="window" lastClr="FFFFFF"/>
      </a:lt1>
      <a:dk2>
        <a:srgbClr val="2B142D"/>
      </a:dk2>
      <a:lt2>
        <a:srgbClr val="C3AFCC"/>
      </a:lt2>
      <a:accent1>
        <a:srgbClr val="663366"/>
      </a:accent1>
      <a:accent2>
        <a:srgbClr val="330F42"/>
      </a:accent2>
      <a:accent3>
        <a:srgbClr val="666699"/>
      </a:accent3>
      <a:accent4>
        <a:srgbClr val="999966"/>
      </a:accent4>
      <a:accent5>
        <a:srgbClr val="F7901E"/>
      </a:accent5>
      <a:accent6>
        <a:srgbClr val="A3A101"/>
      </a:accent6>
      <a:hlink>
        <a:srgbClr val="BC5FBC"/>
      </a:hlink>
      <a:folHlink>
        <a:srgbClr val="9775A7"/>
      </a:folHlink>
    </a:clrScheme>
    <a:fontScheme name="Advantage">
      <a:majorFont>
        <a:latin typeface="Rockwell"/>
        <a:ea typeface=""/>
        <a:cs typeface=""/>
        <a:font script="Jpan" typeface="ＭＳ ゴシック"/>
      </a:majorFont>
      <a:minorFont>
        <a:latin typeface="Rockwell"/>
        <a:ea typeface=""/>
        <a:cs typeface=""/>
        <a:font script="Jpan" typeface="ＭＳ ゴシック"/>
      </a:minorFont>
    </a:fontScheme>
    <a:fmtScheme name="Advantage">
      <a: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40000"/>
                <a:alpha val="100000"/>
                <a:satMod val="150000"/>
                <a:lumMod val="100000"/>
              </a:schemeClr>
            </a:gs>
            <a:gs pos="100000">
              <a:schemeClr val="phClr"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6000000" scaled="1"/>
        </a:gradFill>
        <a:gradFill rotWithShape="1">
          <a:gsLst>
            <a:gs pos="0">
              <a:schemeClr val="phClr">
                <a:shade val="40000"/>
                <a:alpha val="100000"/>
                <a:satMod val="150000"/>
                <a:lumMod val="100000"/>
              </a:schemeClr>
            </a:gs>
            <a:gs pos="100000">
              <a:schemeClr val="phClr"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FFFFFF">
                <a:alpha val="75000"/>
              </a:srgbClr>
            </a:innerShdw>
            <a:outerShdw blurRad="63500" dist="25400" dir="5400000" rotWithShape="0">
              <a:srgbClr val="808080">
                <a:alpha val="75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twoPt" dir="tl">
              <a:rot lat="0" lon="0" rev="4500000"/>
            </a:lightRig>
          </a:scene3d>
          <a:sp3d>
            <a:bevelT w="635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1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Advantage.thmx</Template>
  <TotalTime>19387</TotalTime>
  <Words>19090</Words>
  <Application>Microsoft Office PowerPoint</Application>
  <PresentationFormat>On-screen Show (4:3)</PresentationFormat>
  <Paragraphs>1944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4" baseType="lpstr">
      <vt:lpstr>ＭＳ Ｐゴシック</vt:lpstr>
      <vt:lpstr>Arial</vt:lpstr>
      <vt:lpstr>Calibri</vt:lpstr>
      <vt:lpstr>Rockwell</vt:lpstr>
      <vt:lpstr>Times New Roman</vt:lpstr>
      <vt:lpstr>Wingdings</vt:lpstr>
      <vt:lpstr>Advantage</vt:lpstr>
      <vt:lpstr>William Stallings  Computer Organization  and Architecture 10th Edition</vt:lpstr>
      <vt:lpstr>Chapter 1</vt:lpstr>
      <vt:lpstr>Computer Architecture</vt:lpstr>
      <vt:lpstr>IBM System</vt:lpstr>
      <vt:lpstr>Structure and Function</vt:lpstr>
      <vt:lpstr>Function</vt:lpstr>
      <vt:lpstr>Structure</vt:lpstr>
      <vt:lpstr>PowerPoint Presentation</vt:lpstr>
      <vt:lpstr>CPU</vt:lpstr>
      <vt:lpstr>Multicore Computer Structure</vt:lpstr>
      <vt:lpstr>Cache Memory</vt:lpstr>
      <vt:lpstr>PowerPoint Presentation</vt:lpstr>
      <vt:lpstr>PowerPoint Presentation</vt:lpstr>
      <vt:lpstr>PowerPoint Presentation</vt:lpstr>
      <vt:lpstr>PowerPoint Presentation</vt:lpstr>
      <vt:lpstr>History of Computers</vt:lpstr>
      <vt:lpstr>PowerPoint Presentation</vt:lpstr>
      <vt:lpstr>PowerPoint Presentation</vt:lpstr>
      <vt:lpstr>Registers</vt:lpstr>
      <vt:lpstr>PowerPoint Presentation</vt:lpstr>
      <vt:lpstr>PowerPoint Presentation</vt:lpstr>
      <vt:lpstr>History of Computers</vt:lpstr>
      <vt:lpstr>Table 1.2 Computer Generations</vt:lpstr>
      <vt:lpstr>Second Generation Computers</vt:lpstr>
      <vt:lpstr>PowerPoint Presentation</vt:lpstr>
      <vt:lpstr>History of Computers</vt:lpstr>
      <vt:lpstr>PowerPoint Presentation</vt:lpstr>
      <vt:lpstr>Integrated  Circuits</vt:lpstr>
      <vt:lpstr>PowerPoint Presentation</vt:lpstr>
      <vt:lpstr>PowerPoint Presentation</vt:lpstr>
      <vt:lpstr>Moore’s Law</vt:lpstr>
      <vt:lpstr>IBM System/360</vt:lpstr>
      <vt:lpstr>Family Characteristics</vt:lpstr>
      <vt:lpstr>PowerPoint Presentation</vt:lpstr>
      <vt:lpstr>Semiconductor Memory Microprocessors</vt:lpstr>
      <vt:lpstr>Semiconductor Memory</vt:lpstr>
      <vt:lpstr>Microprocessors</vt:lpstr>
      <vt:lpstr>Evolution of Intel Microprocessors</vt:lpstr>
      <vt:lpstr>Evolution of Intel Microprocessors</vt:lpstr>
      <vt:lpstr>Evolution of Intel Microprocessors</vt:lpstr>
      <vt:lpstr>Evolution of Intel Microprocessors</vt:lpstr>
      <vt:lpstr>The Evolution of the Intel x86 Architecture </vt:lpstr>
      <vt:lpstr>Highlights of the Evolution of the Intel Product Line:</vt:lpstr>
      <vt:lpstr>Highlights of the Evolution of the Intel Product Line:</vt:lpstr>
      <vt:lpstr>Embedded Systems</vt:lpstr>
      <vt:lpstr>PowerPoint Presentation</vt:lpstr>
      <vt:lpstr>The Internet of Things (IoT)</vt:lpstr>
      <vt:lpstr>PowerPoint Presentation</vt:lpstr>
      <vt:lpstr>PowerPoint Presentation</vt:lpstr>
      <vt:lpstr>Deeply Embedded Systems</vt:lpstr>
      <vt:lpstr>ARM </vt:lpstr>
      <vt:lpstr>ARM Products</vt:lpstr>
      <vt:lpstr>PowerPoint Presentation</vt:lpstr>
      <vt:lpstr>Cloud Computing</vt:lpstr>
      <vt:lpstr>Cloud Networking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Intrduction</dc:title>
  <dc:creator>Adrian J Pullin</dc:creator>
  <cp:lastModifiedBy>DELL E7450 A&amp;I</cp:lastModifiedBy>
  <cp:revision>204</cp:revision>
  <dcterms:created xsi:type="dcterms:W3CDTF">2012-06-10T02:41:24Z</dcterms:created>
  <dcterms:modified xsi:type="dcterms:W3CDTF">2026-10-16T14:55:24Z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1</vt:i4>
  </property>
  <property fmtid="{D5CDD505-2E9C-101B-9397-08002B2CF9AE}" pid="4" name="Compression">
    <vt:i4>100</vt:i4>
  </property>
  <property fmtid="{D5CDD505-2E9C-101B-9397-08002B2CF9AE}" pid="5" name="ScreenSize">
    <vt:i4>2</vt:i4>
  </property>
  <property fmtid="{D5CDD505-2E9C-101B-9397-08002B2CF9AE}" pid="6" name="ScreenUsage">
    <vt:i4>1</vt:i4>
  </property>
  <property fmtid="{D5CDD505-2E9C-101B-9397-08002B2CF9AE}" pid="7" name="MailAddress">
    <vt:lpwstr>a.j.pullin@newi.ac.uk</vt:lpwstr>
  </property>
  <property fmtid="{D5CDD505-2E9C-101B-9397-08002B2CF9AE}" pid="8" name="HomePage">
    <vt:lpwstr>http://www.newi.ac.uk/pullina/default.htm</vt:lpwstr>
  </property>
  <property fmtid="{D5CDD505-2E9C-101B-9397-08002B2CF9AE}" pid="9" name="Other">
    <vt:lpwstr/>
  </property>
  <property fmtid="{D5CDD505-2E9C-101B-9397-08002B2CF9AE}" pid="10" name="DownloadOriginal">
    <vt:bool>true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3</vt:i4>
  </property>
  <property fmtid="{D5CDD505-2E9C-101B-9397-08002B2CF9AE}" pid="19" name="ShowNotes">
    <vt:bool>false</vt:bool>
  </property>
  <property fmtid="{D5CDD505-2E9C-101B-9397-08002B2CF9AE}" pid="20" name="NavBtnPos">
    <vt:i4>3</vt:i4>
  </property>
  <property fmtid="{D5CDD505-2E9C-101B-9397-08002B2CF9AE}" pid="21" name="OutputDir">
    <vt:lpwstr>H:\Data\Networks\Notes\HTML</vt:lpwstr>
  </property>
</Properties>
</file>