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WEEK 1 | OVERVIEW &amp;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Subject: Multimedia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Lecture 1: Course Overview, Study Scheme, Multimedia, Hypermedia and Key Terms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Lecture 2: History, Benefits and Examples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University-level introductory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01 / 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Define multimedia, hypertext and hypermedia.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Identify the major media elements used in digital communication.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Explain how multimedia differs from hypertext and hypermedia.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Outline key milestones in the evolution of multimedia.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Discuss benefits, limitations and real-world applications.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Analyze examples from education, business, healthcare and entertainment.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Course Overview: What Is Multimedia?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Multimedia studies how computers and digital systems combine different forms of information.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The course explores media elements, digital representation, authoring, interaction, delivery and applications.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Students learn to evaluate how text, images, audio, animation and video work together.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The central idea: communicate information effectively by selecting and integrating suitable media.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Why Study Multimedia?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Digital products increasingly rely on visual, audio and interactive communication.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Multimedia knowledge supports web development, e-learning, digital marketing, games and user-interface design.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It helps students understand media formats, quality, file size, accessibility and user experience.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The field connects computing, design, communication and human-computer interaction.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Study Scheme: Suggested Learning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Week 1: Foundations, terminology and historical development.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Following units: media elements, digital images, audio, video and animation.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Practical work may include planning a storyboard, editing media and building an interactive presentation.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Assessment can combine quizzes, practical assignments, projects and presentations.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Follow the official course outline for the actual weekly schedule and grading scheme.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How to Succeed in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Learn the purpose and strengths of each media type, not just its definition.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Compare examples and explain why a designer chose a particular medium.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Practice organizing content into clear sequences and meaningful links.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Consider file size, bandwidth, copyright, accessibility and device compatibility.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Build a small portfolio of media-rich presentations or web pages.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What Is Media?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Media is a means or channel through which information is represented, stored or communicated.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In multimedia computing, common media types include text, graphics, images, audio, animation and video.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A medium can communicate facts, emotion, instructions or a combination of these.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Example: a safety tutorial may combine written steps, diagrams, narration and a demonstration video.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Definition of Multimedia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Multimedia is the integrated use of two or more media types to present information or communicate a message.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Typical elements include text, still images, graphics, sound, animation and video.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Computer-based multimedia may be linear or interactive.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 presentation containing narration, diagrams and video clips is a multimedia product.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Using multiple media does not automatically guarantee better communication; design and relevance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Core Elements of Multimedia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Text: labels, explanations, titles and instructions.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Graphics and images: photographs, diagrams, icons and illustrations.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Audio: speech, music, sound effects and environmental sounds.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Animation: visual change over time, often used to explain movement or processes.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Video: moving images, commonly combined with sound.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Interactivity: user actions that influence navigation, choices or system responses.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Text: The Foundation of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Text communicates precise names, facts, instructions and detailed explanations.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Typography, font size, contrast, spacing and hierarchy influence readability.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Short labels help users navigate; longer text provides depth and context.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Example: a learning app uses headings, definitions, captions and feedback messages.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Avoid dense paragraphs on screen; structure information for scanning and comprehension.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Graphics and Images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Graphics include diagrams, icons, charts, illustrations and interface elements.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Raster images use pixels; enlarging them too much can cause visible pixelation.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Vector graphics use mathematical paths and can scale without the same pixelation problem.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Photographs add realism; diagrams simplify relationships and processes.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Choose image resolution and format according to purpose, display size and file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Audio in Multimedia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Audio includes narration, dialogue, music, alerts and sound effects.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Speech can explain complex visuals while allowing users to look at a diagram or demonstration.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Audio quality depends on factors such as recording conditions, compression and playback equipment.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Captions and transcripts improve accessibility and support users in sound-sensitive settings.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Use sound intentionally; unnecessary audio can distract or create accessibility barriers.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Animation and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Animation represents change over time and can make invisible or complex processes easier to understand.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Video records or renders moving images and may include synchronized audio.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Animation is useful for simulations, transitions, demonstrations and conceptual models.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Video is useful for real-world demonstrations, interviews, events and tutorials.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Both can require substantial storage and bandwidth; provide controls and suitable compression.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Interactivity: From Viewing to Doing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Interactivity lets users influence content or the path through information.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Examples include buttons, menus, quizzes, simulations, clickable maps and media controls.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Good interaction gives clear feedback and meaningful choices.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Too many controls or unclear navigation can increase cognitive effort.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Interactivity is a design property, not simply the presence of many buttons.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Linear and Nonlinear Multimedia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Linear multimedia follows a predetermined sequence, such as a film or a timed presentation.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Nonlinear multimedia lets users choose paths, sections or actions, such as an interactive learning module.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Linear experiences provide strong authorial control and a predictable sequence.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Nonlinear experiences offer flexibility but require clear navigation and orientation.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Many products combine both: a video plays linearly inside a nonlinear website.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What Is Hypertext?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Hypertext is text organized with links that let readers move between related pieces of information.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It is non-linear because readers can follow different paths rather than reading only from beginning to end.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 link may connect a word, phrase or content region to another page or resource.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Example: clicking a linked term in an online encyclopedia opens its definition or related article.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Hypertext emphasizes linked textual information, although real systems may also include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Hypertext: Nodes and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 node is a unit of information, such as a page, section or topic.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 link is a connection that lets the user move from one node to another.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Anchors are the visible or interactive elements that activate links.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Nodes and links form a network of related information.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Design challenge: links should be meaningful and help users understand where they may go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What Is Hypermedia?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Hypermedia extends linked information beyond text to include media such as images, audio, animation and video.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Users can navigate between interconnected multimedia nodes through links or interactive controls.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Example: a biology module links a text explanation to a labeled image, a spoken description and a short animation.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Hypermedia combines multiple media formats with non-linear navigation.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The terms multimedia and hypermedia overlap, but hypermedia specifically emphasizes linked 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Multimedia vs Hypertext vs Hypermedia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Multimedia: combines media types; links are not essential to the definition.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Hypertext: links textual information into a navigable structure.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Hypermedia: links information across multiple media types.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Example multimedia: a video presentation with narration.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Example hypertext: an article with linked terms.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Example hypermedia: an interactive museum exhibit linking text, audio guides, images and videos.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A Simple Hypermedia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Content nodes: pages, images, video clips, audio segments or interactive scenes.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Links: connections between related nodes.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Navigation interface: menus, buttons, clickable regions and search.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User choices determine the path through the content.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 well-designed model keeps users oriented with titles, breadcrumbs, menus and clear back-navigation.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Brief History: Early Ideas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1945: Vannevar Bush described the Memex, a conceptual system for associative access to information.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Bush’s idea anticipated personal trails through connected documents, although the Memex was not a modern computer product.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The broader challenge was how to organize and retrieve growing amounts of knowledge.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These ideas helped inspire later thinking about non-linear information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History: Hypertext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1960s: Ted Nelson developed the concept and terminology of hypertext for non-sequential writing.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Douglas Engelbart and colleagues explored interactive computing and linked information systems.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Early hypertext research investigated how people could navigate and connect related knowledge.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These projects helped establish concepts later used in online documentation and the web.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652"/>
                </a:solidFill>
                <a:latin typeface="Aptos Display"/>
              </a:defRPr>
            </a:pPr>
            <a:r>
              <a:t>History: Personal Computers and Multimedia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During the 1980s, personal computers became more capable of handling graphics and sound.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Graphical user interfaces made digital content more approachable for everyday users.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Optical media such as CD-ROMs provided space for text, images, audio and video in educational and reference products.</a:t>
            </a:r>
          </a:p>
          <a:p>
            <a:pPr>
              <a:spcAft>
                <a:spcPts val="1300"/>
              </a:spcAft>
              <a:defRPr sz="2100">
                <a:solidFill>
                  <a:srgbClr val="2B3744"/>
                </a:solidFill>
                <a:latin typeface="Aptos"/>
              </a:defRPr>
            </a:pPr>
            <a:r>
              <a:t>Authoring tools helped creators combine media without building every component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History: The Web and Streaming 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The World Wide Web popularized linked documents through browsers and hyperlinks.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Faster networks and improved codecs made online audio and video increasingly practical.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Digital cameras, editing software and mobile devices expanded media creation and consumption.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Streaming shifted distribution from downloading complete files toward playing media as data arrives.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Modern multimedia includes cloud services, mobile apps, immersive media and interactive experiences.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Benefits of Multimedia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Clarity: diagrams, demonstrations and narration can explain ideas in complementary ways.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Engagement: purposeful visuals and sound can attract attention.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Flexibility: users can learn through text, audio, visuals or interaction.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Demonstration: video and animation can show processes that are difficult to describe.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Reach: digital media can be distributed across devices and locations.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Important: benefits depend on content quality, accessibility and thoughtful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Multimedia in Education and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Recorded lessons let learners review material at their own pace.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Animations can illustrate processes such as blood circulation or data flow.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Simulations provide practice where real-world experimentation is expensive or risky.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Quizzes and feedback help learners check understanding.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Captions, transcripts and alternative text support more inclusive learning.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Example: a networking lesson combines topology diagrams, narration and a packet-flow animation.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Multimedia Across Industries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Business: product demonstrations, presentations, onboarding and training.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Healthcare: patient education, medical visualization and professional training.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Retail: product galleries, comparison tools and interactive catalogs.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Entertainment: films, games, music videos and immersive experiences.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Public services: emergency instructions, explainers and accessible information campaigns.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Architecture and engineering: 3D visualization, simulations and project walkthroughs.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652"/>
                </a:solidFill>
                <a:latin typeface="Aptos Display"/>
              </a:defRPr>
            </a:pPr>
            <a:r>
              <a:t>Hypertext and Hypermedia: Benefits and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Benefits: rapid access to related information, flexible exploration and richer context.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Users can follow links that match their interests or knowledge gaps.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Risks: users may lose context, become distracted or follow poorly structured links.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Broken links, unclear labels and excessive choices weaken the experience.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Mitigation: consistent navigation, descriptive link text, summaries and clear content hierarchy.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652"/>
                </a:solidFill>
                <a:latin typeface="Aptos Display"/>
              </a:defRPr>
            </a:pPr>
            <a:r>
              <a:t>Design Principles for Effective Multimedia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Start with a clear learning or communication objective.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Choose media that directly supports the message rather than adding decoration.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Keep text readable and visual layouts consistent.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Synchronize narration, animation and captions where relevant.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Optimize media size and test on phones, desktops and low-bandwidth connections.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Check accessibility, copyright permissions, privacy and cultural suitability.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4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652"/>
                </a:solidFill>
                <a:latin typeface="Aptos Display"/>
              </a:defRPr>
            </a:pPr>
            <a:r>
              <a:t>Class Activity and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43000" cy="54864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789920" cy="45262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Activity 1: Identify all media elements in a learning app or website.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Activity 2: Classify one example each as multimedia, hypertext and hypermedia.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Activity 3: Sketch three nodes and connect them with meaningful links.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Review: multimedia combines media; hypertext links text; hypermedia links multiple media types.</a:t>
            </a:r>
          </a:p>
          <a:p>
            <a:pPr>
              <a:spcAft>
                <a:spcPts val="1300"/>
              </a:spcAft>
              <a:defRPr sz="1800">
                <a:solidFill>
                  <a:srgbClr val="2B3744"/>
                </a:solidFill>
                <a:latin typeface="Aptos"/>
              </a:defRPr>
            </a:pPr>
            <a:r>
              <a:t>Exit question: When might a simple text page be more effective than a media-rich page?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887"/>
                </a:solidFill>
                <a:latin typeface="Aptos"/>
              </a:defRPr>
            </a:pPr>
            <a:r>
              <a:t>MULTIMEDIA • WEEK 1                                     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